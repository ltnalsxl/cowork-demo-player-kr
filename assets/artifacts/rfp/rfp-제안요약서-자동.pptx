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  <p:sldMasterId id="2147483667" r:id="rId3"/>
    <p:sldMasterId id="2147483679" r:id="rId4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세움 표준 표">
    <a:wholeTbl>
      <a:tcTxStyle b="off">
        <a:font>
          <a:latin typeface="Segoe UI"/>
          <a:ea typeface="맑은 고딕"/>
          <a:cs typeface="맑은 고딕"/>
        </a:font>
        <a:srgbClr val="101828"/>
      </a:tcTxStyle>
      <a:tcStyle>
        <a:tcBdr>
          <a:left>
            <a:ln w="6350" cap="flat" cmpd="sng" algn="ctr">
              <a:solidFill>
                <a:srgbClr val="E3E8EF"/>
              </a:solidFill>
              <a:prstDash val="solid"/>
            </a:ln>
          </a:left>
          <a:right>
            <a:ln w="6350" cap="flat" cmpd="sng" algn="ctr">
              <a:solidFill>
                <a:srgbClr val="E3E8EF"/>
              </a:solidFill>
              <a:prstDash val="solid"/>
            </a:ln>
          </a:right>
          <a:top>
            <a:ln w="6350" cap="flat" cmpd="sng" algn="ctr">
              <a:solidFill>
                <a:srgbClr val="E3E8EF"/>
              </a:solidFill>
              <a:prstDash val="solid"/>
            </a:ln>
          </a:top>
          <a:bottom>
            <a:ln w="6350" cap="flat" cmpd="sng" algn="ctr">
              <a:solidFill>
                <a:srgbClr val="E3E8EF"/>
              </a:solidFill>
              <a:prstDash val="solid"/>
            </a:ln>
          </a:bottom>
          <a:insideH>
            <a:ln w="6350" cap="flat" cmpd="sng" algn="ctr">
              <a:solidFill>
                <a:srgbClr val="E3E8EF"/>
              </a:solidFill>
              <a:prstDash val="solid"/>
            </a:ln>
          </a:insideH>
          <a:insideV>
            <a:ln w="6350" cap="flat" cmpd="sng" algn="ctr">
              <a:solidFill>
                <a:srgbClr val="E3E8EF"/>
              </a:solidFill>
              <a:prstDash val="solid"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7F9FC"/>
          </a:solidFill>
        </a:fill>
      </a:tcStyle>
    </a:band2H>
    <a:firstRow>
      <a:tcTxStyle b="on">
        <a:font>
          <a:latin typeface="Segoe UI Semibold"/>
          <a:ea typeface="맑은 고딕"/>
          <a:cs typeface="맑은 고딕"/>
        </a:font>
        <a:srgbClr val="5B6472"/>
      </a:tcTxStyle>
      <a:tcStyle>
        <a:tcBdr>
          <a:bottom>
            <a:ln w="12700" cap="flat" cmpd="sng" algn="ctr">
              <a:solidFill>
                <a:srgbClr val="2F6BFF"/>
              </a:solidFill>
              <a:prstDash val="solid"/>
            </a:ln>
          </a:bottom>
        </a:tcBdr>
        <a:fill>
          <a:solidFill>
            <a:srgbClr val="EEF1F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n Lee" userId="ed671d90-6ac3-4573-8e21-9a9d6ff37475" providerId="ADAL" clId="{2C6C512C-6DC1-4BD0-9975-D678E0F77F73}"/>
    <pc:docChg chg="modMainMaster">
      <pc:chgData name="Sumin Lee" userId="ed671d90-6ac3-4573-8e21-9a9d6ff37475" providerId="ADAL" clId="{2C6C512C-6DC1-4BD0-9975-D678E0F77F73}" dt="2026-09-02T08:08:09.587" v="2"/>
      <pc:docMkLst>
        <pc:docMk/>
      </pc:docMkLst>
      <pc:sldMasterChg chg="addSp modSp">
        <pc:chgData name="Sumin Lee" userId="ed671d90-6ac3-4573-8e21-9a9d6ff37475" providerId="ADAL" clId="{2C6C512C-6DC1-4BD0-9975-D678E0F77F73}" dt="2026-09-02T08:08:09.562" v="0"/>
        <pc:sldMasterMkLst>
          <pc:docMk/>
          <pc:sldMasterMk cId="58279855" sldId="2147483655"/>
        </pc:sldMasterMkLst>
        <pc:spChg chg="add mod">
          <ac:chgData name="Sumin Lee" userId="ed671d90-6ac3-4573-8e21-9a9d6ff37475" providerId="ADAL" clId="{2C6C512C-6DC1-4BD0-9975-D678E0F77F73}" dt="2026-09-02T08:08:09.562" v="0"/>
          <ac:spMkLst>
            <pc:docMk/>
            <pc:sldMasterMk cId="58279855" sldId="2147483655"/>
            <ac:spMk id="2" creationId="{F2E16337-098A-F2EB-0168-8AD1650A5175}"/>
          </ac:spMkLst>
        </pc:spChg>
        <pc:spChg chg="add mod">
          <ac:chgData name="Sumin Lee" userId="ed671d90-6ac3-4573-8e21-9a9d6ff37475" providerId="ADAL" clId="{2C6C512C-6DC1-4BD0-9975-D678E0F77F73}" dt="2026-09-02T08:08:09.562" v="0"/>
          <ac:spMkLst>
            <pc:docMk/>
            <pc:sldMasterMk cId="58279855" sldId="2147483655"/>
            <ac:spMk id="3" creationId="{E1EEE01C-1E50-6605-9B41-7EE3FD116356}"/>
          </ac:spMkLst>
        </pc:spChg>
        <pc:spChg chg="add mod">
          <ac:chgData name="Sumin Lee" userId="ed671d90-6ac3-4573-8e21-9a9d6ff37475" providerId="ADAL" clId="{2C6C512C-6DC1-4BD0-9975-D678E0F77F73}" dt="2026-09-02T08:08:09.562" v="0"/>
          <ac:spMkLst>
            <pc:docMk/>
            <pc:sldMasterMk cId="58279855" sldId="2147483655"/>
            <ac:spMk id="4" creationId="{663A7042-8F4B-52AA-4892-2DB5A67AE736}"/>
          </ac:spMkLst>
        </pc:spChg>
        <pc:spChg chg="add mod">
          <ac:chgData name="Sumin Lee" userId="ed671d90-6ac3-4573-8e21-9a9d6ff37475" providerId="ADAL" clId="{2C6C512C-6DC1-4BD0-9975-D678E0F77F73}" dt="2026-09-02T08:08:09.562" v="0"/>
          <ac:spMkLst>
            <pc:docMk/>
            <pc:sldMasterMk cId="58279855" sldId="2147483655"/>
            <ac:spMk id="5" creationId="{5FC44469-6303-E3CB-51C8-210A932C7962}"/>
          </ac:spMkLst>
        </pc:spChg>
        <pc:spChg chg="add mod">
          <ac:chgData name="Sumin Lee" userId="ed671d90-6ac3-4573-8e21-9a9d6ff37475" providerId="ADAL" clId="{2C6C512C-6DC1-4BD0-9975-D678E0F77F73}" dt="2026-09-02T08:08:09.562" v="0"/>
          <ac:spMkLst>
            <pc:docMk/>
            <pc:sldMasterMk cId="58279855" sldId="2147483655"/>
            <ac:spMk id="6" creationId="{B1B430C5-00AC-2AD0-4B29-034CC13A8CB1}"/>
          </ac:spMkLst>
        </pc:spChg>
      </pc:sldMasterChg>
      <pc:sldMasterChg chg="addSp modSp">
        <pc:chgData name="Sumin Lee" userId="ed671d90-6ac3-4573-8e21-9a9d6ff37475" providerId="ADAL" clId="{2C6C512C-6DC1-4BD0-9975-D678E0F77F73}" dt="2026-09-02T08:08:09.576" v="1"/>
        <pc:sldMasterMkLst>
          <pc:docMk/>
          <pc:sldMasterMk cId="3196101263" sldId="2147483667"/>
        </pc:sldMasterMkLst>
        <pc:spChg chg="add mod">
          <ac:chgData name="Sumin Lee" userId="ed671d90-6ac3-4573-8e21-9a9d6ff37475" providerId="ADAL" clId="{2C6C512C-6DC1-4BD0-9975-D678E0F77F73}" dt="2026-09-02T08:08:09.576" v="1"/>
          <ac:spMkLst>
            <pc:docMk/>
            <pc:sldMasterMk cId="3196101263" sldId="2147483667"/>
            <ac:spMk id="2" creationId="{FB0D4C45-268A-2963-D345-BAC19DA9DD43}"/>
          </ac:spMkLst>
        </pc:spChg>
        <pc:spChg chg="add mod">
          <ac:chgData name="Sumin Lee" userId="ed671d90-6ac3-4573-8e21-9a9d6ff37475" providerId="ADAL" clId="{2C6C512C-6DC1-4BD0-9975-D678E0F77F73}" dt="2026-09-02T08:08:09.576" v="1"/>
          <ac:spMkLst>
            <pc:docMk/>
            <pc:sldMasterMk cId="3196101263" sldId="2147483667"/>
            <ac:spMk id="3" creationId="{5EA8A656-D427-A03E-0186-84311765A827}"/>
          </ac:spMkLst>
        </pc:spChg>
        <pc:spChg chg="add mod">
          <ac:chgData name="Sumin Lee" userId="ed671d90-6ac3-4573-8e21-9a9d6ff37475" providerId="ADAL" clId="{2C6C512C-6DC1-4BD0-9975-D678E0F77F73}" dt="2026-09-02T08:08:09.576" v="1"/>
          <ac:spMkLst>
            <pc:docMk/>
            <pc:sldMasterMk cId="3196101263" sldId="2147483667"/>
            <ac:spMk id="4" creationId="{39C63A30-78B4-1B80-F9D4-3D20574740AF}"/>
          </ac:spMkLst>
        </pc:spChg>
        <pc:spChg chg="add mod">
          <ac:chgData name="Sumin Lee" userId="ed671d90-6ac3-4573-8e21-9a9d6ff37475" providerId="ADAL" clId="{2C6C512C-6DC1-4BD0-9975-D678E0F77F73}" dt="2026-09-02T08:08:09.576" v="1"/>
          <ac:spMkLst>
            <pc:docMk/>
            <pc:sldMasterMk cId="3196101263" sldId="2147483667"/>
            <ac:spMk id="5" creationId="{DFA81E40-DEDA-CA78-48C5-340B2AF8377D}"/>
          </ac:spMkLst>
        </pc:spChg>
        <pc:spChg chg="add mod">
          <ac:chgData name="Sumin Lee" userId="ed671d90-6ac3-4573-8e21-9a9d6ff37475" providerId="ADAL" clId="{2C6C512C-6DC1-4BD0-9975-D678E0F77F73}" dt="2026-09-02T08:08:09.576" v="1"/>
          <ac:spMkLst>
            <pc:docMk/>
            <pc:sldMasterMk cId="3196101263" sldId="2147483667"/>
            <ac:spMk id="6" creationId="{5290CF12-4457-2F4B-C294-1797F8A0BBF7}"/>
          </ac:spMkLst>
        </pc:spChg>
      </pc:sldMasterChg>
      <pc:sldMasterChg chg="addSp modSp">
        <pc:chgData name="Sumin Lee" userId="ed671d90-6ac3-4573-8e21-9a9d6ff37475" providerId="ADAL" clId="{2C6C512C-6DC1-4BD0-9975-D678E0F77F73}" dt="2026-09-02T08:08:09.587" v="2"/>
        <pc:sldMasterMkLst>
          <pc:docMk/>
          <pc:sldMasterMk cId="2771451828" sldId="2147483679"/>
        </pc:sldMasterMkLst>
        <pc:spChg chg="add mod">
          <ac:chgData name="Sumin Lee" userId="ed671d90-6ac3-4573-8e21-9a9d6ff37475" providerId="ADAL" clId="{2C6C512C-6DC1-4BD0-9975-D678E0F77F73}" dt="2026-09-02T08:08:09.587" v="2"/>
          <ac:spMkLst>
            <pc:docMk/>
            <pc:sldMasterMk cId="2771451828" sldId="2147483679"/>
            <ac:spMk id="2" creationId="{27EF07DD-AF55-5205-5AE2-1AE17D7368F1}"/>
          </ac:spMkLst>
        </pc:spChg>
        <pc:spChg chg="add mod">
          <ac:chgData name="Sumin Lee" userId="ed671d90-6ac3-4573-8e21-9a9d6ff37475" providerId="ADAL" clId="{2C6C512C-6DC1-4BD0-9975-D678E0F77F73}" dt="2026-09-02T08:08:09.587" v="2"/>
          <ac:spMkLst>
            <pc:docMk/>
            <pc:sldMasterMk cId="2771451828" sldId="2147483679"/>
            <ac:spMk id="3" creationId="{F967EFD2-B306-A6EC-8B06-8A9D504D6BA0}"/>
          </ac:spMkLst>
        </pc:spChg>
        <pc:spChg chg="add mod">
          <ac:chgData name="Sumin Lee" userId="ed671d90-6ac3-4573-8e21-9a9d6ff37475" providerId="ADAL" clId="{2C6C512C-6DC1-4BD0-9975-D678E0F77F73}" dt="2026-09-02T08:08:09.587" v="2"/>
          <ac:spMkLst>
            <pc:docMk/>
            <pc:sldMasterMk cId="2771451828" sldId="2147483679"/>
            <ac:spMk id="4" creationId="{095097F8-5F85-2D98-6522-76DFFCFC535C}"/>
          </ac:spMkLst>
        </pc:spChg>
        <pc:spChg chg="add mod">
          <ac:chgData name="Sumin Lee" userId="ed671d90-6ac3-4573-8e21-9a9d6ff37475" providerId="ADAL" clId="{2C6C512C-6DC1-4BD0-9975-D678E0F77F73}" dt="2026-09-02T08:08:09.587" v="2"/>
          <ac:spMkLst>
            <pc:docMk/>
            <pc:sldMasterMk cId="2771451828" sldId="2147483679"/>
            <ac:spMk id="5" creationId="{2DF65E65-0486-3E20-170D-FEB89A430269}"/>
          </ac:spMkLst>
        </pc:spChg>
        <pc:spChg chg="add mod">
          <ac:chgData name="Sumin Lee" userId="ed671d90-6ac3-4573-8e21-9a9d6ff37475" providerId="ADAL" clId="{2C6C512C-6DC1-4BD0-9975-D678E0F77F73}" dt="2026-09-02T08:08:09.587" v="2"/>
          <ac:spMkLst>
            <pc:docMk/>
            <pc:sldMasterMk cId="2771451828" sldId="2147483679"/>
            <ac:spMk id="6" creationId="{4D9C2735-16EA-0BED-9ADD-089170415092}"/>
          </ac:spMkLst>
        </pc:sp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103120"/>
            <a:ext cx="9692640" cy="1920240"/>
          </a:xfrm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4000" b="1" spc="-20">
                <a:solidFill>
                  <a:srgbClr val="FFFFFF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제안서 제목을 입력합니다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" y="4224528"/>
            <a:ext cx="8595360" cy="457200"/>
          </a:xfrm>
        </p:spPr>
        <p:txBody>
          <a:bodyPr wrap="square" lIns="0" tIns="0" rIns="0" bIns="0" anchor="t"/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1700" b="0" spc="-20">
                <a:solidFill>
                  <a:srgbClr val="A9B6C8"/>
                </a:solidFill>
                <a:latin typeface="Segoe UI"/>
                <a:ea typeface="맑은 고딕"/>
                <a:cs typeface="맑은 고딕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</a:lstStyle>
          <a:p>
            <a:pPr algn="l"/>
            <a:r>
              <a:t>부제 또는 발주기관명</a:t>
            </a:r>
            <a:endParaRPr lang="en-US"/>
          </a:p>
        </p:txBody>
      </p:sp>
      <p:sp>
        <p:nvSpPr>
          <p:cNvPr id="4" name="bg"/>
          <p:cNvSpPr/>
          <p:nvPr/>
        </p:nvSpPr>
        <p:spPr>
          <a:xfrm>
            <a:off x="658368" y="1883664"/>
            <a:ext cx="100584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x"/>
          <p:cNvSpPr txBox="1"/>
          <p:nvPr/>
        </p:nvSpPr>
        <p:spPr>
          <a:xfrm>
            <a:off x="658368" y="4937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300" b="0" spc="-20" dirty="0">
                <a:solidFill>
                  <a:srgbClr val="A9B6C8"/>
                </a:solidFill>
                <a:latin typeface="Segoe UI"/>
                <a:ea typeface="맑은 고딕"/>
                <a:cs typeface="맑은 고딕"/>
              </a:rPr>
              <a:t>제출일 · 담당 부서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섹션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017520"/>
            <a:ext cx="9144000" cy="868680"/>
          </a:xfrm>
        </p:spPr>
        <p:txBody>
          <a:bodyPr wrap="square" lIns="0" tIns="0" rIns="0" bIns="0" anchor="t"/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3400" b="1" spc="-20">
                <a:solidFill>
                  <a:srgbClr val="FFFFFF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섹션 제목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368" y="4041648"/>
            <a:ext cx="8229600" cy="457200"/>
          </a:xfrm>
        </p:spPr>
        <p:txBody>
          <a:bodyPr wrap="square" lIns="0" tIns="0" rIns="0" bIns="0" anchor="t"/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1300" b="0" spc="-20">
                <a:solidFill>
                  <a:srgbClr val="A9B6C8"/>
                </a:solidFill>
                <a:latin typeface="Segoe UI"/>
                <a:ea typeface="맑은 고딕"/>
                <a:cs typeface="맑은 고딕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</a:lstStyle>
          <a:p>
            <a:pPr lvl="0" algn="l"/>
            <a:r>
              <a:t>이 섹션에서 다루는 내용을 한 줄로</a:t>
            </a:r>
          </a:p>
        </p:txBody>
      </p:sp>
      <p:sp>
        <p:nvSpPr>
          <p:cNvPr id="4" name="bg"/>
          <p:cNvSpPr/>
          <p:nvPr/>
        </p:nvSpPr>
        <p:spPr>
          <a:xfrm>
            <a:off x="658368" y="2761488"/>
            <a:ext cx="82296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2798064"/>
            <a:ext cx="9144000" cy="1097280"/>
          </a:xfrm>
        </p:spPr>
        <p:txBody>
          <a:bodyPr wrap="square" lIns="0" tIns="0" rIns="0" bIns="0" anchor="t"/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3400" b="1" spc="-20">
                <a:solidFill>
                  <a:srgbClr val="FFFFFF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감사합니다</a:t>
            </a:r>
            <a:endParaRPr lang="en-US"/>
          </a:p>
        </p:txBody>
      </p:sp>
      <p:sp>
        <p:nvSpPr>
          <p:cNvPr id="3" name="tx"/>
          <p:cNvSpPr txBox="1"/>
          <p:nvPr/>
        </p:nvSpPr>
        <p:spPr>
          <a:xfrm>
            <a:off x="658368" y="3986784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300" b="0" spc="-20" dirty="0">
                <a:solidFill>
                  <a:srgbClr val="A9B6C8"/>
                </a:solidFill>
                <a:latin typeface="Segoe UI"/>
                <a:ea typeface="맑은 고딕"/>
                <a:cs typeface="맑은 고딕"/>
              </a:rPr>
              <a:t>문의 · proposal@seum.example.com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과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98C94-49EE-6770-44F1-95248B852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슬라이드 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A40F65-3676-CCE7-BA3D-5CB2ADC05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1591056"/>
            <a:ext cx="10872216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8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4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본문을 입력합니다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75801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단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7D815-C032-0385-2A7B-62B2A2A07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슬라이드 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63355-9492-0273-1FCB-3F84CD39B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8368" y="1591056"/>
            <a:ext cx="5230368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8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4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왼쪽 본문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44CF3D-9A34-5582-A9E0-DF10177FA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0216" y="1591056"/>
            <a:ext cx="5230368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8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4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오른쪽 본문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472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705A4-D3DF-4F08-044F-865B6607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슬라이드 제목</a:t>
            </a:r>
          </a:p>
        </p:txBody>
      </p:sp>
      <p:sp>
        <p:nvSpPr>
          <p:cNvPr id="3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8923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931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설명과 도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0E402-42F9-E37E-8BCC-93591309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anchor="t" wrap="square" lIns="0" rIns="0" tIns="0" bIns="0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슬라이드 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2F09B-339A-88A8-064A-390D2B909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1591056"/>
            <a:ext cx="7315200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8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4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도해 또는 표를 넣습니다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531566-C9A9-12F2-DD3C-EF55121DA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03920" y="1591056"/>
            <a:ext cx="3026664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600"/>
              </a:spcBef>
              <a:buNone/>
              <a:defRPr sz="13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1pPr>
            <a:lvl2pPr marL="457200" indent="0">
              <a:buNone/>
              <a:defRPr sz="1400"/>
            </a:lvl2pPr>
          </a:lstStyle>
          <a:p>
            <a:pPr lvl="0" algn="l"/>
            <a:r>
              <a:t>읽는 사람이 무엇을 봐야 하는지 적습니다</a:t>
            </a:r>
          </a:p>
        </p:txBody>
      </p:sp>
      <p:sp>
        <p:nvSpPr>
          <p:cNvPr id="5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divider"/>
          <p:cNvSpPr/>
          <p:nvPr/>
        </p:nvSpPr>
        <p:spPr>
          <a:xfrm>
            <a:off x="8247888" y="1591056"/>
            <a:ext cx="27432" cy="444398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4229297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지표 넉 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FA150-3D45-655D-AB83-367F15339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핵심 지표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C3B3D4-FB39-3076-07E9-98A8035EB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3602736"/>
            <a:ext cx="10872216" cy="2395728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8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4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숫자가 무엇을 뜻하는지 적습니다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kpi-0"/>
          <p:cNvSpPr/>
          <p:nvPr/>
        </p:nvSpPr>
        <p:spPr>
          <a:xfrm>
            <a:off x="658368" y="1700784"/>
            <a:ext cx="258775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kpi-bar-0"/>
          <p:cNvSpPr/>
          <p:nvPr/>
        </p:nvSpPr>
        <p:spPr>
          <a:xfrm>
            <a:off x="658368" y="1700784"/>
            <a:ext cx="2587752" cy="4114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kpi-l-0"/>
          <p:cNvSpPr txBox="1"/>
          <p:nvPr/>
        </p:nvSpPr>
        <p:spPr>
          <a:xfrm>
            <a:off x="877824" y="19385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3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지표 이름</a:t>
            </a:r>
          </a:p>
        </p:txBody>
      </p:sp>
      <p:sp>
        <p:nvSpPr>
          <p:cNvPr id="8" name="kpi-v-0"/>
          <p:cNvSpPr txBox="1"/>
          <p:nvPr/>
        </p:nvSpPr>
        <p:spPr>
          <a:xfrm>
            <a:off x="877824" y="22677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3000" b="1" spc="-20" dirty="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rPr>
              <a:t>00</a:t>
            </a:r>
          </a:p>
        </p:txBody>
      </p:sp>
      <p:sp>
        <p:nvSpPr>
          <p:cNvPr id="9" name="kpi-1"/>
          <p:cNvSpPr/>
          <p:nvPr/>
        </p:nvSpPr>
        <p:spPr>
          <a:xfrm>
            <a:off x="3447288" y="1700784"/>
            <a:ext cx="258775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kpi-bar-1"/>
          <p:cNvSpPr/>
          <p:nvPr/>
        </p:nvSpPr>
        <p:spPr>
          <a:xfrm>
            <a:off x="3447288" y="1700784"/>
            <a:ext cx="2587752" cy="41148"/>
          </a:xfrm>
          <a:prstGeom prst="rect">
            <a:avLst/>
          </a:prstGeom>
          <a:solidFill>
            <a:srgbClr val="0E938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pi-l-1"/>
          <p:cNvSpPr txBox="1"/>
          <p:nvPr/>
        </p:nvSpPr>
        <p:spPr>
          <a:xfrm>
            <a:off x="3666744" y="19385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3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지표 이름</a:t>
            </a:r>
          </a:p>
        </p:txBody>
      </p:sp>
      <p:sp>
        <p:nvSpPr>
          <p:cNvPr id="12" name="kpi-v-1"/>
          <p:cNvSpPr txBox="1"/>
          <p:nvPr/>
        </p:nvSpPr>
        <p:spPr>
          <a:xfrm>
            <a:off x="3666744" y="22677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3000" b="1" spc="-20" dirty="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rPr>
              <a:t>00</a:t>
            </a:r>
          </a:p>
        </p:txBody>
      </p:sp>
      <p:sp>
        <p:nvSpPr>
          <p:cNvPr id="13" name="kpi-2"/>
          <p:cNvSpPr/>
          <p:nvPr/>
        </p:nvSpPr>
        <p:spPr>
          <a:xfrm>
            <a:off x="6236208" y="1700784"/>
            <a:ext cx="258775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kpi-bar-2"/>
          <p:cNvSpPr/>
          <p:nvPr/>
        </p:nvSpPr>
        <p:spPr>
          <a:xfrm>
            <a:off x="6236208" y="1700784"/>
            <a:ext cx="2587752" cy="4114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kpi-l-2"/>
          <p:cNvSpPr txBox="1"/>
          <p:nvPr/>
        </p:nvSpPr>
        <p:spPr>
          <a:xfrm>
            <a:off x="6455664" y="19385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3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지표 이름</a:t>
            </a:r>
          </a:p>
        </p:txBody>
      </p:sp>
      <p:sp>
        <p:nvSpPr>
          <p:cNvPr id="16" name="kpi-v-2"/>
          <p:cNvSpPr txBox="1"/>
          <p:nvPr/>
        </p:nvSpPr>
        <p:spPr>
          <a:xfrm>
            <a:off x="6455664" y="22677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3000" b="1" spc="-20" dirty="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rPr>
              <a:t>00</a:t>
            </a:r>
          </a:p>
        </p:txBody>
      </p:sp>
      <p:sp>
        <p:nvSpPr>
          <p:cNvPr id="17" name="kpi-3"/>
          <p:cNvSpPr/>
          <p:nvPr/>
        </p:nvSpPr>
        <p:spPr>
          <a:xfrm>
            <a:off x="9025128" y="1700784"/>
            <a:ext cx="2587752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kpi-bar-3"/>
          <p:cNvSpPr/>
          <p:nvPr/>
        </p:nvSpPr>
        <p:spPr>
          <a:xfrm>
            <a:off x="9025128" y="1700784"/>
            <a:ext cx="2587752" cy="41148"/>
          </a:xfrm>
          <a:prstGeom prst="rect">
            <a:avLst/>
          </a:prstGeom>
          <a:solidFill>
            <a:srgbClr val="0E938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kpi-l-3"/>
          <p:cNvSpPr txBox="1"/>
          <p:nvPr/>
        </p:nvSpPr>
        <p:spPr>
          <a:xfrm>
            <a:off x="9244584" y="19385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3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지표 이름</a:t>
            </a:r>
          </a:p>
        </p:txBody>
      </p:sp>
      <p:sp>
        <p:nvSpPr>
          <p:cNvPr id="20" name="kpi-v-3"/>
          <p:cNvSpPr txBox="1"/>
          <p:nvPr/>
        </p:nvSpPr>
        <p:spPr>
          <a:xfrm>
            <a:off x="9244584" y="22677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3000" b="1" spc="-20" dirty="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29000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차트와 해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97C973-B3DE-DD4E-145E-F7C54F942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차트 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9E862-5B1C-5F5F-4382-8E1C7A74B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8368" y="1591056"/>
            <a:ext cx="6949440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6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</a:lstStyle>
          <a:p>
            <a:pPr lvl="0" algn="l"/>
            <a:r>
              <a:t>차트를 넣습니다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9C056D-189A-E546-F5C9-DDF600ECF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73568" y="1591056"/>
            <a:ext cx="3557016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800"/>
              </a:spcBef>
              <a:buNone/>
              <a:defRPr sz="16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4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이 차트에서 읽어야 할 것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411246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표 한 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C4545-B792-17AE-35CE-63FECD374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8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표 제목</a:t>
            </a:r>
          </a:p>
        </p:txBody>
      </p:sp>
      <p:sp>
        <p:nvSpPr>
          <p:cNvPr id="3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0379081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부록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F0FA2-A6C9-8CFD-DE5C-D6ADA724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566928"/>
            <a:ext cx="10872216" cy="621792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24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부록 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43F0EF-4F22-FCE0-D5C8-2C17ACB63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1591056"/>
            <a:ext cx="10872216" cy="4443984"/>
          </a:xfrm>
        </p:spPr>
        <p:txBody>
          <a:bodyPr wrap="square" lIns="0" rIns="0" tIns="0" bIns="0" anchor="t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600"/>
              </a:spcBef>
              <a:buNone/>
              <a:defRPr sz="1300" b="0" spc="-20">
                <a:solidFill>
                  <a:srgbClr val="101828"/>
                </a:solidFill>
                <a:latin typeface="Segoe UI"/>
                <a:ea typeface="맑은 고딕"/>
                <a:cs typeface="맑은 고딕"/>
              </a:defRPr>
            </a:lvl1pPr>
            <a:lvl2pPr marL="237744" indent="0" algn="l">
              <a:lnSpc>
                <a:spcPct val="112000"/>
              </a:lnSpc>
              <a:spcBef>
                <a:spcPts val="120"/>
              </a:spcBef>
              <a:buNone/>
              <a:defRPr sz="11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2pPr>
          </a:lstStyle>
          <a:p>
            <a:pPr lvl="0" algn="l"/>
            <a:r>
              <a:t>부록 본문. 본문보다 작은 글씨를 씁니다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ule"/>
          <p:cNvSpPr/>
          <p:nvPr/>
        </p:nvSpPr>
        <p:spPr>
          <a:xfrm>
            <a:off x="658368" y="1298448"/>
            <a:ext cx="10872216" cy="18288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41475257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부록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69802-20B2-4EE4-B80C-9D638EC0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3017520"/>
            <a:ext cx="9144000" cy="868680"/>
          </a:xfrm>
        </p:spPr>
        <p:txBody>
          <a:bodyPr anchor="t" wrap="square" lIns="0" rIns="0" tIns="0" bIns="0">
            <a:normAutofit fontScale="100000" lnSpcReduction="0"/>
          </a:bodyPr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3400" b="1" spc="-20">
                <a:solidFill>
                  <a:srgbClr val="101828"/>
                </a:solidFill>
                <a:latin typeface="Segoe UI Semibold"/>
                <a:ea typeface="맑은 고딕"/>
                <a:cs typeface="맑은 고딕"/>
              </a:defRPr>
            </a:lvl1pPr>
          </a:lstStyle>
          <a:p>
            <a:pPr algn="l"/>
            <a:r>
              <a:t>부록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BEB188-B19D-557C-48FF-E4EB67FF7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368" y="4041648"/>
            <a:ext cx="8229600" cy="457200"/>
          </a:xfrm>
        </p:spPr>
        <p:txBody>
          <a:bodyPr wrap="square" lIns="0" rIns="0" tIns="0" bIns="0" anchor="t"/>
          <a:lstStyle>
            <a:lvl1pPr marL="0" indent="0" algn="l">
              <a:lnSpc>
                <a:spcPct val="112000"/>
              </a:lnSpc>
              <a:spcBef>
                <a:spcPts val="300"/>
              </a:spcBef>
              <a:buNone/>
              <a:defRPr sz="1300" b="0" spc="-20">
                <a:solidFill>
                  <a:srgbClr val="5B6472"/>
                </a:solidFill>
                <a:latin typeface="Segoe UI"/>
                <a:ea typeface="맑은 고딕"/>
                <a:cs typeface="맑은 고딕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</a:lstStyle>
          <a:p>
            <a:pPr lvl="0" algn="l"/>
            <a:r>
              <a:t>본문에서 뺀 자료를 여기에 둡니다</a:t>
            </a:r>
          </a:p>
        </p:txBody>
      </p:sp>
      <p:sp>
        <p:nvSpPr>
          <p:cNvPr id="4" name="mark"/>
          <p:cNvSpPr/>
          <p:nvPr/>
        </p:nvSpPr>
        <p:spPr>
          <a:xfrm>
            <a:off x="658368" y="2761488"/>
            <a:ext cx="822960" cy="54864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41192074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4" Type="http://schemas.openxmlformats.org/officeDocument/2006/relationships/slideLayout" Target="../slideLayouts/slideLayout7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0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배경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logo-0"/>
          <p:cNvSpPr/>
          <p:nvPr/>
        </p:nvSpPr>
        <p:spPr>
          <a:xfrm>
            <a:off x="658368" y="6144768"/>
            <a:ext cx="68580" cy="1783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logo-1"/>
          <p:cNvSpPr/>
          <p:nvPr/>
        </p:nvSpPr>
        <p:spPr>
          <a:xfrm>
            <a:off x="757809" y="6179058"/>
            <a:ext cx="68580" cy="109728"/>
          </a:xfrm>
          <a:prstGeom prst="rect">
            <a:avLst/>
          </a:prstGeom>
          <a:solidFill>
            <a:srgbClr val="0E938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logo-2"/>
          <p:cNvSpPr/>
          <p:nvPr/>
        </p:nvSpPr>
        <p:spPr>
          <a:xfrm>
            <a:off x="857250" y="6144768"/>
            <a:ext cx="6858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ogo-ko"/>
          <p:cNvSpPr txBox="1"/>
          <p:nvPr/>
        </p:nvSpPr>
        <p:spPr>
          <a:xfrm>
            <a:off x="1066419" y="618248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b="1" spc="0" dirty="0">
                <a:solidFill>
                  <a:srgbClr val="FFFFFF"/>
                </a:solidFill>
                <a:latin typeface="Segoe UI Semibold"/>
                <a:ea typeface="맑은 고딕"/>
                <a:cs typeface="맑은 고딕"/>
              </a:rPr>
              <a:t>세움파트너스</a:t>
            </a:r>
          </a:p>
        </p:txBody>
      </p:sp>
      <p:sp>
        <p:nvSpPr>
          <p:cNvPr id="12" name="tx"/>
          <p:cNvSpPr txBox="1"/>
          <p:nvPr/>
        </p:nvSpPr>
        <p:spPr>
          <a:xfrm>
            <a:off x="8899855" y="629107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A9B6C8"/>
                </a:solidFill>
                <a:latin typeface="Segoe UI"/>
                <a:ea typeface="맑은 고딕"/>
                <a:cs typeface="맑은 고딕"/>
              </a:rPr>
              <a:t>대외비 · 제안용</a:t>
            </a:r>
          </a:p>
        </p:txBody>
      </p:sp>
      <p:sp>
        <p:nvSpPr>
          <p:cNvPr id="13" name="tx"/>
          <p:cNvSpPr txBox="1"/>
          <p:nvPr/>
        </p:nvSpPr>
        <p:spPr>
          <a:xfrm>
            <a:off x="11167567" y="629107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endParaRPr/>
          </a:p>
        </p:txBody>
      </p:sp>
      <p:sp>
        <p:nvSpPr>
          <p:cNvPr id="14" name="bg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</p:sldLayoutIdLst>
  <p:txStyles>
    <p:titleStyle>
      <a:lvl1pPr marL="0" indent="0" algn="l" defTabSz="457200" rtl="0" eaLnBrk="1" latinLnBrk="0" hangingPunct="1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1pPr>
      <a:lvl2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2pPr>
      <a:lvl3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3pPr>
      <a:lvl4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4pPr>
      <a:lvl5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5pPr>
      <a:lvl6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6pPr>
      <a:lvl7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7pPr>
      <a:lvl8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8pPr>
      <a:lvl9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9pPr>
    </p:titleStyle>
    <p:bodyStyle>
      <a:lvl1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bodyStyle>
    <p:otherStyle>
      <a:defPPr>
        <a:defRPr lang="en-US"/>
      </a:defPPr>
      <a:lvl1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indent="0" algn="l" defTabSz="457200" rtl="0" eaLnBrk="1" latinLnBrk="0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배경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E16337-098A-F2EB-0168-8AD1650A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EEE01C-1E50-6605-9B41-7EE3FD116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430C5-00AC-2AD0-4B29-034CC13A8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1FC63-8E7B-490E-A346-7E79E4D4A8C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logo-0"/>
          <p:cNvSpPr/>
          <p:nvPr/>
        </p:nvSpPr>
        <p:spPr>
          <a:xfrm>
            <a:off x="658368" y="6144768"/>
            <a:ext cx="68580" cy="1783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logo-1"/>
          <p:cNvSpPr/>
          <p:nvPr/>
        </p:nvSpPr>
        <p:spPr>
          <a:xfrm>
            <a:off x="757809" y="6179058"/>
            <a:ext cx="68580" cy="109728"/>
          </a:xfrm>
          <a:prstGeom prst="rect">
            <a:avLst/>
          </a:prstGeom>
          <a:solidFill>
            <a:srgbClr val="0E938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logo-2"/>
          <p:cNvSpPr/>
          <p:nvPr/>
        </p:nvSpPr>
        <p:spPr>
          <a:xfrm>
            <a:off x="857250" y="6144768"/>
            <a:ext cx="68580" cy="178308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logo-ko"/>
          <p:cNvSpPr txBox="1"/>
          <p:nvPr/>
        </p:nvSpPr>
        <p:spPr>
          <a:xfrm>
            <a:off x="1066419" y="618248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b="1" spc="0" dirty="0">
                <a:solidFill>
                  <a:srgbClr val="0E2340"/>
                </a:solidFill>
                <a:latin typeface="Segoe UI Semibold"/>
                <a:ea typeface="맑은 고딕"/>
                <a:cs typeface="맑은 고딕"/>
              </a:rPr>
              <a:t>세움파트너스</a:t>
            </a:r>
          </a:p>
        </p:txBody>
      </p:sp>
      <p:sp>
        <p:nvSpPr>
          <p:cNvPr id="12" name="tx"/>
          <p:cNvSpPr txBox="1"/>
          <p:nvPr/>
        </p:nvSpPr>
        <p:spPr>
          <a:xfrm>
            <a:off x="8899855" y="629107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대외비 · 제안용</a:t>
            </a:r>
          </a:p>
        </p:txBody>
      </p:sp>
      <p:sp>
        <p:nvSpPr>
          <p:cNvPr id="13" name="tx"/>
          <p:cNvSpPr txBox="1"/>
          <p:nvPr/>
        </p:nvSpPr>
        <p:spPr>
          <a:xfrm>
            <a:off x="11167567" y="629107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27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9" r:id="rId4"/>
    <p:sldLayoutId id="2147483661" r:id="rId6"/>
    <p:sldLayoutId id="2147483662" r:id="rId7"/>
    <p:sldLayoutId id="2147483663" r:id="rId8"/>
  </p:sldLayoutIdLst>
  <p:txStyles>
    <p:titleStyle>
      <a:lvl1pPr algn="l" defTabSz="914400" rtl="0" eaLnBrk="1" latinLnBrk="1" hangingPunct="1" marL="0" indent="0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1pPr>
      <a:lvl2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2pPr>
      <a:lvl3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3pPr>
      <a:lvl4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4pPr>
      <a:lvl5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5pPr>
      <a:lvl6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6pPr>
      <a:lvl7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7pPr>
      <a:lvl8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8pPr>
      <a:lvl9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9pPr>
    </p:titleStyle>
    <p:bodyStyle>
      <a:lvl1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bodyStyle>
    <p:otherStyle>
      <a:defPPr>
        <a:defRPr lang="ko-KR"/>
      </a:defPPr>
      <a:lvl1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배경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0D4C45-268A-2963-D345-BAC19DA9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A8A656-D427-A03E-0186-84311765A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90CF12-4457-2F4B-C294-1797F8A0B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560E6-D45B-4C27-B03B-E6CDF8B4CE4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logo-0"/>
          <p:cNvSpPr/>
          <p:nvPr/>
        </p:nvSpPr>
        <p:spPr>
          <a:xfrm>
            <a:off x="658368" y="6144768"/>
            <a:ext cx="68580" cy="1783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logo-1"/>
          <p:cNvSpPr/>
          <p:nvPr/>
        </p:nvSpPr>
        <p:spPr>
          <a:xfrm>
            <a:off x="757809" y="6179058"/>
            <a:ext cx="68580" cy="109728"/>
          </a:xfrm>
          <a:prstGeom prst="rect">
            <a:avLst/>
          </a:prstGeom>
          <a:solidFill>
            <a:srgbClr val="0E938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logo-2"/>
          <p:cNvSpPr/>
          <p:nvPr/>
        </p:nvSpPr>
        <p:spPr>
          <a:xfrm>
            <a:off x="857250" y="6144768"/>
            <a:ext cx="68580" cy="178308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logo-ko"/>
          <p:cNvSpPr txBox="1"/>
          <p:nvPr/>
        </p:nvSpPr>
        <p:spPr>
          <a:xfrm>
            <a:off x="1066419" y="618248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b="1" spc="0" dirty="0">
                <a:solidFill>
                  <a:srgbClr val="0E2340"/>
                </a:solidFill>
                <a:latin typeface="Segoe UI Semibold"/>
                <a:ea typeface="맑은 고딕"/>
                <a:cs typeface="맑은 고딕"/>
              </a:rPr>
              <a:t>세움파트너스</a:t>
            </a:r>
          </a:p>
        </p:txBody>
      </p:sp>
      <p:sp>
        <p:nvSpPr>
          <p:cNvPr id="12" name="tx"/>
          <p:cNvSpPr txBox="1"/>
          <p:nvPr/>
        </p:nvSpPr>
        <p:spPr>
          <a:xfrm>
            <a:off x="8899855" y="629107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대외비 · 제안용</a:t>
            </a:r>
          </a:p>
        </p:txBody>
      </p:sp>
      <p:sp>
        <p:nvSpPr>
          <p:cNvPr id="13" name="tx"/>
          <p:cNvSpPr txBox="1"/>
          <p:nvPr/>
        </p:nvSpPr>
        <p:spPr>
          <a:xfrm>
            <a:off x="11167567" y="629107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19610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  <p:sldLayoutId id="2147483671" r:id="rId4"/>
    <p:sldLayoutId id="2147483673" r:id="rId6"/>
  </p:sldLayoutIdLst>
  <p:txStyles>
    <p:titleStyle>
      <a:lvl1pPr algn="l" defTabSz="914400" rtl="0" eaLnBrk="1" latinLnBrk="1" hangingPunct="1" marL="0" indent="0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1pPr>
      <a:lvl2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2pPr>
      <a:lvl3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3pPr>
      <a:lvl4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4pPr>
      <a:lvl5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5pPr>
      <a:lvl6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6pPr>
      <a:lvl7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7pPr>
      <a:lvl8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8pPr>
      <a:lvl9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9pPr>
    </p:titleStyle>
    <p:bodyStyle>
      <a:lvl1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bodyStyle>
    <p:otherStyle>
      <a:defPPr>
        <a:defRPr lang="ko-KR"/>
      </a:defPPr>
      <a:lvl1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배경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EF07DD-AF55-5205-5AE2-1AE17D7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67EFD2-B306-A6EC-8B06-8A9D504D6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9C2735-16EA-0BED-9ADD-089170415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D41A8-D90D-4456-8219-0620AE68A80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logo-0"/>
          <p:cNvSpPr/>
          <p:nvPr/>
        </p:nvSpPr>
        <p:spPr>
          <a:xfrm>
            <a:off x="658368" y="6144768"/>
            <a:ext cx="68580" cy="1783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logo-1"/>
          <p:cNvSpPr/>
          <p:nvPr/>
        </p:nvSpPr>
        <p:spPr>
          <a:xfrm>
            <a:off x="757809" y="6179058"/>
            <a:ext cx="68580" cy="109728"/>
          </a:xfrm>
          <a:prstGeom prst="rect">
            <a:avLst/>
          </a:prstGeom>
          <a:solidFill>
            <a:srgbClr val="0E938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logo-2"/>
          <p:cNvSpPr/>
          <p:nvPr/>
        </p:nvSpPr>
        <p:spPr>
          <a:xfrm>
            <a:off x="857250" y="6144768"/>
            <a:ext cx="68580" cy="178308"/>
          </a:xfrm>
          <a:prstGeom prst="rect">
            <a:avLst/>
          </a:prstGeom>
          <a:solidFill>
            <a:srgbClr val="0E23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logo-ko"/>
          <p:cNvSpPr txBox="1"/>
          <p:nvPr/>
        </p:nvSpPr>
        <p:spPr>
          <a:xfrm>
            <a:off x="1066419" y="618248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100" b="1" spc="0" dirty="0">
                <a:solidFill>
                  <a:srgbClr val="0E2340"/>
                </a:solidFill>
                <a:latin typeface="Segoe UI Semibold"/>
                <a:ea typeface="맑은 고딕"/>
                <a:cs typeface="맑은 고딕"/>
              </a:rPr>
              <a:t>세움파트너스</a:t>
            </a:r>
          </a:p>
        </p:txBody>
      </p:sp>
      <p:sp>
        <p:nvSpPr>
          <p:cNvPr id="12" name="tx"/>
          <p:cNvSpPr txBox="1"/>
          <p:nvPr/>
        </p:nvSpPr>
        <p:spPr>
          <a:xfrm>
            <a:off x="8899855" y="629107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>대외비 · 제안용</a:t>
            </a:r>
          </a:p>
        </p:txBody>
      </p:sp>
      <p:sp>
        <p:nvSpPr>
          <p:cNvPr id="13" name="tx"/>
          <p:cNvSpPr txBox="1"/>
          <p:nvPr/>
        </p:nvSpPr>
        <p:spPr>
          <a:xfrm>
            <a:off x="11167567" y="629107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sz="1000" b="0" spc="-20" dirty="0">
                <a:solidFill>
                  <a:srgbClr val="5B6472"/>
                </a:solidFill>
                <a:latin typeface="Segoe UI"/>
                <a:ea typeface="맑은 고딕"/>
                <a:cs typeface="맑은 고딕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71451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  <p:sldLayoutId id="2147483682" r:id="rId3"/>
  </p:sldLayoutIdLst>
  <p:txStyles>
    <p:titleStyle>
      <a:lvl1pPr algn="l" defTabSz="914400" rtl="0" eaLnBrk="1" latinLnBrk="1" hangingPunct="1" marL="0" indent="0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1pPr>
      <a:lvl2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2pPr>
      <a:lvl3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3pPr>
      <a:lvl4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4pPr>
      <a:lvl5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5pPr>
      <a:lvl6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6pPr>
      <a:lvl7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7pPr>
      <a:lvl8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8pPr>
      <a:lvl9pPr marL="0" indent="0" algn="l">
        <a:lnSpc>
          <a:spcPct val="112000"/>
        </a:lnSpc>
        <a:spcBef>
          <a:spcPts val="0"/>
        </a:spcBef>
        <a:buNone/>
        <a:defRPr sz="2800" b="1" spc="-20">
          <a:solidFill>
            <a:srgbClr val="101828"/>
          </a:solidFill>
          <a:latin typeface="Segoe UI Semibold"/>
          <a:ea typeface="맑은 고딕"/>
          <a:cs typeface="맑은 고딕"/>
        </a:defRPr>
      </a:lvl9pPr>
    </p:titleStyle>
    <p:bodyStyle>
      <a:lvl1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indent="0" algn="l" defTabSz="914400" rtl="0" eaLnBrk="1" latinLnBrk="1" hangingPunct="1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bodyStyle>
    <p:otherStyle>
      <a:defPPr>
        <a:defRPr lang="ko-KR"/>
      </a:defPPr>
      <a:lvl1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1pPr>
      <a:lvl2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2pPr>
      <a:lvl3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3pPr>
      <a:lvl4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4pPr>
      <a:lvl5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5pPr>
      <a:lvl6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6pPr>
      <a:lvl7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7pPr>
      <a:lvl8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8pPr>
      <a:lvl9pPr marL="0" algn="l" defTabSz="914400" rtl="0" eaLnBrk="1" latinLnBrk="1" hangingPunct="1" indent="0">
        <a:lnSpc>
          <a:spcPct val="112000"/>
        </a:lnSpc>
        <a:spcBef>
          <a:spcPts val="800"/>
        </a:spcBef>
        <a:buNone/>
        <a:defRPr sz="1600" b="0" spc="-20">
          <a:solidFill>
            <a:srgbClr val="101828"/>
          </a:solidFill>
          <a:latin typeface="Segoe UI"/>
          <a:ea typeface="맑은 고딕"/>
          <a:cs typeface="맑은 고딕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「공공 AI사업 추진체계 유연화 방안 마련」 제안요약서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한국지능정보사회진흥원(NIA) · 사업예산 70,000,000원(부가세 포함) · 기간 180일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일반현황 — 제안사·조직·수행체계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평가 배점 20점 (제안사 일반현황 5 · 조직 및 인원 5 · 수행조직 및 업무분장 10)</a:t>
            </a:r>
          </a:p>
          <a:p>
            <a:pPr/>
            <a:r>
              <a:t>제안사 개요</a:t>
            </a:r>
          </a:p>
          <a:p>
            <a:pPr lvl="1"/>
            <a:r>
              <a:t>[제안사명], 설립 [연도], 주요 연혁 [기재 필요]</a:t>
            </a:r>
          </a:p>
          <a:p>
            <a:pPr lvl="1"/>
            <a:r>
              <a:t>본 사업과의 연관성: AI 정책·법제도 연구 수행 실적 [기재 필요]</a:t>
            </a:r>
          </a:p>
          <a:p>
            <a:pPr/>
            <a:r>
              <a:t>조직 및 인원</a:t>
            </a:r>
          </a:p>
          <a:p>
            <a:pPr lvl="1"/>
            <a:r>
              <a:t>총 인원 [명], AI 정책·법제도 연구인력 [명]</a:t>
            </a:r>
          </a:p>
          <a:p>
            <a:pPr/>
            <a:r>
              <a:t>수행조직 및 업무분장 — 배점 10점으로 이 장에서 가장 큽니다</a:t>
            </a:r>
          </a:p>
          <a:p>
            <a:pPr lvl="1"/>
            <a:r>
              <a:t>PM 1명이 전 기간 전담하며, 유형화·재설계·법제 세 축에 책임자를 각각 둡니다</a:t>
            </a:r>
          </a:p>
          <a:p>
            <a:pPr lvl="1"/>
            <a:r>
              <a:t>PM과 전담인력은 발주기관 사전승인 없이 교체할 수 없어, 180일 전 기간 투입 가능한 인력만 올립니다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사업 이해도와 추진전략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사업 이해도 (10점)</a:t>
            </a:r>
          </a:p>
          <a:p>
            <a:pPr/>
            <a:r>
              <a:t>발주기관이 밝힌 세 가지 한계점</a:t>
            </a:r>
          </a:p>
          <a:p>
            <a:pPr lvl="1"/>
            <a:r>
              <a:t>기술-사업 주기 불일치 — 사업이 끝날 무렵 기술이 노후화됩니다</a:t>
            </a:r>
          </a:p>
          <a:p>
            <a:pPr lvl="1"/>
            <a:r>
              <a:t>절차상 비효율 — AI 기능 일부만 바꿔도 전면 재구축으로 갑니다</a:t>
            </a:r>
          </a:p>
          <a:p>
            <a:pPr lvl="1"/>
            <a:r>
              <a:t>운영관리 미흡 — 장애 대응 중심이라 모델 성능 저하에 늦게 대응합니다</a:t>
            </a:r>
          </a:p>
          <a:p>
            <a:pPr/>
            <a:r>
              <a:t>따라서 이 사업의 목적은 새 시스템 구축이 아니라 조달·계약 절차의 유연화입니다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추진전략 (10점)</a:t>
            </a:r>
          </a:p>
          <a:p>
            <a:pPr/>
            <a:r>
              <a:t>앞단 일정이 짧습니다</a:t>
            </a:r>
          </a:p>
          <a:p>
            <a:pPr lvl="1"/>
            <a:r>
              <a:t>유형화 5개 이상과 전문가 10명 이상 의견수렴이 M 한 달에 배정돼 있습니다</a:t>
            </a:r>
          </a:p>
          <a:p>
            <a:pPr lvl="1"/>
            <a:r>
              <a:t>착수와 동시에 전문가 풀과 인터뷰 대상을 확보한 상태로 시작합니다</a:t>
            </a:r>
          </a:p>
          <a:p>
            <a:pPr/>
            <a:r>
              <a:t>뒷단 두 트랙이 겹칩니다</a:t>
            </a:r>
          </a:p>
          <a:p>
            <a:pPr lvl="1"/>
            <a:r>
              <a:t>법·제도 개정안(M+3~M+5)과 자문회의(M+4~M+5)를 병렬로 운영합니다</a:t>
            </a:r>
          </a:p>
          <a:p>
            <a:pPr/>
            <a:r>
              <a:t>중간보고 시점인 M+2까지 유형화·사례분석·개선방향을 모두 확정합니다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사업 방법론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평가 배점 10점 — 절차·기법의 적용방안, 적용 경험, 산출물 종류와 제출시기를 봅니다</a:t>
            </a:r>
          </a:p>
          <a:p>
            <a:pPr/>
            <a:r>
              <a:t>적용 절차</a:t>
            </a:r>
          </a:p>
          <a:p>
            <a:pPr lvl="1"/>
            <a:r>
              <a:t>유형화: 사업목적·예산비중·핵심 산출물을 판단 기준으로 삼아 복합 사업도 일관 분류합니다</a:t>
            </a:r>
          </a:p>
          <a:p>
            <a:pPr lvl="1"/>
            <a:r>
              <a:t>사례분석: 최근 3년 중앙부처·지자체·공공기관 사업을 유형별 3건 이상, 정량분석과 담당자 인터뷰를 함께 씁니다</a:t>
            </a:r>
          </a:p>
          <a:p>
            <a:pPr lvl="1"/>
            <a:r>
              <a:t>효과분석: 단계별 소요시간, 전체 사업기간, 사업비, 재작업비용, 과업변경 건수를 재고 시각화합니다</a:t>
            </a:r>
          </a:p>
          <a:p>
            <a:pPr/>
            <a:r>
              <a:t>적용(활용) 경험 — [유사 용역 수행 실적 기재 필요]</a:t>
            </a:r>
          </a:p>
          <a:p>
            <a:pPr/>
            <a:r>
              <a:t>산출물과 제출시기</a:t>
            </a:r>
          </a:p>
          <a:p>
            <a:pPr lvl="1"/>
            <a:r>
              <a:t>유형 분류 체계와 과제 선정 결과 — M+1 (제안)</a:t>
            </a:r>
          </a:p>
          <a:p>
            <a:pPr lvl="1"/>
            <a:r>
              <a:t>재설계 프로세스와 정량 효과분석 — M+3 (제안)</a:t>
            </a:r>
          </a:p>
          <a:p>
            <a:pPr lvl="1"/>
            <a:r>
              <a:t>법·제도 개정안과 제도개선 로드맵 — M+5 (제안)</a:t>
            </a:r>
          </a:p>
          <a:p>
            <a:pPr lvl="1"/>
            <a:r>
              <a:t>원문 일정표가 막대 그림으로만 표시돼 있어 제출시기는 (제안) 값입니다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공공 AI 사업 유형화 및 유연화 적용 과제 선정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평가 배점 10점 — 사업수행 30점을 이루는 세 축 가운데 첫 축입니다</a:t>
            </a:r>
          </a:p>
          <a:p>
            <a:pPr/>
            <a:r>
              <a:t>유형화</a:t>
            </a:r>
          </a:p>
          <a:p>
            <a:pPr lvl="1"/>
            <a:r>
              <a:t>PoC·BMT, 신규구축, 운영서비스 AI모델 도입·교체 등 최소 5개 이상 유형을 정의합니다</a:t>
            </a:r>
          </a:p>
          <a:p>
            <a:pPr lvl="1"/>
            <a:r>
              <a:t>유형별 특성과 대표사례를 함께 적습니다</a:t>
            </a:r>
          </a:p>
          <a:p>
            <a:pPr lvl="1"/>
            <a:r>
              <a:t>PoC와 신규구축이 결합된 사업처럼 여러 유형에 걸치는 경우의 판단 기준을 따로 만듭니다</a:t>
            </a:r>
          </a:p>
          <a:p>
            <a:pPr lvl="1"/>
            <a:r>
              <a:t>분류 체계의 타당성은 AI기술전문가·발주자·사업자·관계부처 10명 이상 의견수렴으로 검증합니다</a:t>
            </a:r>
          </a:p>
          <a:p>
            <a:pPr/>
            <a:r>
              <a:t>과제 선정</a:t>
            </a:r>
          </a:p>
          <a:p>
            <a:pPr lvl="1"/>
            <a:r>
              <a:t>유형별 추진 전단계의 비효율과 제약요인을 분석해 단계별 문제점 목록을 만듭니다</a:t>
            </a:r>
          </a:p>
          <a:p>
            <a:pPr lvl="1"/>
            <a:r>
              <a:t>전자정부법, 국가계약법, 소프트웨어진흥법, 국가재정법을 놓고 유연화 가능 범위와 법·제도 제약 범위를 나눕니다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공공 AI 사업 추진체계 재설계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개선방향 도출 (10점 중 전반부)</a:t>
            </a:r>
          </a:p>
          <a:p>
            <a:pPr lvl="1"/>
            <a:r>
              <a:t>AI전략위, 조달청 등 관련 부처와 협의해 개선과제를 공동으로 도출합니다</a:t>
            </a:r>
          </a:p>
          <a:p>
            <a:pPr/>
            <a:r>
              <a:t>국내외 유사사례</a:t>
            </a:r>
          </a:p>
          <a:p>
            <a:pPr lvl="1"/>
            <a:r>
              <a:t>미국 GSA AI 조달 가이드라인</a:t>
            </a:r>
          </a:p>
          <a:p>
            <a:pPr lvl="1"/>
            <a:r>
              <a:t>영국 Guidelines for AI procurement</a:t>
            </a:r>
          </a:p>
          <a:p>
            <a:pPr lvl="1"/>
            <a:r>
              <a:t>EU Model Contractual Clauses(MCC-AI)</a:t>
            </a:r>
          </a:p>
          <a:p>
            <a:pPr lvl="1"/>
            <a:r>
              <a:t>국내 AI 애자일 기반 DPG 혁신서비스</a:t>
            </a:r>
          </a:p>
          <a:p>
            <a:pPr/>
            <a:r>
              <a:t>기존 품질관리 제도와 잇습니다</a:t>
            </a:r>
          </a:p>
          <a:p>
            <a:pPr lvl="1"/>
            <a:r>
              <a:t>감리 시점 확대, AI 감리 점검항목과 기준, 감리 전문인력 자격 체계</a:t>
            </a:r>
          </a:p>
          <a:p>
            <a:pPr lvl="1"/>
            <a:r>
              <a:t>AI-PMO 역할 확대와 전문성 기준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프로세스 재설계와 효과분석</a:t>
            </a:r>
          </a:p>
          <a:p>
            <a:pPr lvl="1"/>
            <a:r>
              <a:t>기획·발주·구축·검증·운영 전주기를 반영해 프로세스를 다시 짭니다</a:t>
            </a:r>
          </a:p>
          <a:p>
            <a:pPr lvl="1"/>
            <a:r>
              <a:t>현행 대비 단계별 비교표를 만들고 이해관계자 의견을 받아 반영합니다</a:t>
            </a:r>
          </a:p>
          <a:p>
            <a:pPr/>
            <a:r>
              <a:t>정량지표로 절감 효과를 냅니다</a:t>
            </a:r>
          </a:p>
          <a:p>
            <a:pPr lvl="1"/>
            <a:r>
              <a:t>단계별 소요시간, 전체 사업기간, 사업비, 재작업비용, 과업변경 건수</a:t>
            </a:r>
          </a:p>
          <a:p>
            <a:pPr lvl="1"/>
            <a:r>
              <a:t>사업기간 단축, 구축·운영 비용 절감, 재작업비용 감소율을 그림으로 제시합니다</a:t>
            </a:r>
          </a:p>
          <a:p>
            <a:pPr/>
            <a:r>
              <a:t>정량 요건은 임의로 줄일 수 없습니다. 과업 변경은 발주기관 사전승인 사항입니다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법·제도 개선안 마련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평가 배점 10점 — 유형화·재설계와 같은 배점입니다. 법제 전문 인력을 두는 편이 배점상 유리합니다</a:t>
            </a:r>
          </a:p>
          <a:p>
            <a:pPr/>
            <a:r>
              <a:t>제도개선</a:t>
            </a:r>
          </a:p>
          <a:p>
            <a:pPr lvl="1"/>
            <a:r>
              <a:t>재설계 프로세스 적용에 필요한 법령을 전수조사합니다. 시행규칙, 고시, 가이드를 포함합니다</a:t>
            </a:r>
          </a:p>
          <a:p>
            <a:pPr lvl="1"/>
            <a:r>
              <a:t>개정 대상별 개정안을 쓰고 제도개선 로드맵을 만듭니다</a:t>
            </a:r>
          </a:p>
          <a:p>
            <a:pPr lvl="1"/>
            <a:r>
              <a:t>법령 개정 없이 가이드·고시 수준에서 먼저 적용할 수 있는 사항을 따로 뽑습니다</a:t>
            </a:r>
          </a:p>
          <a:p>
            <a:pPr/>
            <a:r>
              <a:t>의견수렴</a:t>
            </a:r>
          </a:p>
          <a:p>
            <a:pPr lvl="1"/>
            <a:r>
              <a:t>조달청, AI전략위, 기획예산처, 재정경제부, 과학기술정보통신부와 발주자·수행사·법제도 전문가를 대상으로 자문회의를 엽니다</a:t>
            </a:r>
          </a:p>
          <a:p>
            <a:pPr lvl="1"/>
            <a:r>
              <a:t>수렴한 의견을 분석해 개정안과 로드맵에 반영합니다</a:t>
            </a:r>
          </a:p>
          <a:p>
            <a:pPr/>
            <a:r>
              <a:t>로드맵은 단기(가이드·고시 개정)와 중장기(법률·시행령 제·개정) 두 층으로 나눕니다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관리 — 관리방법론·관리역량·일정계획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591056"/>
          <a:ext cx="1087221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054"/>
                <a:gridCol w="2718054"/>
                <a:gridCol w="2718054"/>
                <a:gridCol w="2718054"/>
              </a:tblGrid>
              <a:tr h="36576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배점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제안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확인 필요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관리방법론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사업위험·진도·산출물 형상과 문서 관리 절차를 주간 단위로 운영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관리역량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PM [성명] · 유사 프로젝트 관리 경력 [기재 필요]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PM 미명시 시 서면평가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일정계획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M~M+5 여섯 구간에 활동·기간·자원·핵심인력을 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착수 실일자 문서에 없음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보고 체계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주간보고 상시 · 중간보고 M+2 · 종료보고 M+5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회의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진도·일정관리 회의는 영상회의 원칙, 대면 시 발주기관 소재지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대구 이동 경비 반영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인력 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PM과 전담인력은 전 기간 고정, 변경 시 발주기관 사전승인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겸직 인력 배제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보안관리방안과 사회적 가치·안전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보안관리방안 3점 + 안전·보건/재난관리 2점 = 5점. 표준 서식으로 확실히 가져가는 점수입니다</a:t>
            </a:r>
          </a:p>
          <a:p>
            <a:pPr/>
            <a:r>
              <a:t>보안관리방안 (3점)</a:t>
            </a:r>
          </a:p>
          <a:p>
            <a:pPr lvl="1"/>
            <a:r>
              <a:t>보안 관리체계와 자료유출방지 대책</a:t>
            </a:r>
          </a:p>
          <a:p>
            <a:pPr lvl="1"/>
            <a:r>
              <a:t>개인정보보호 방안 — 담당자 인터뷰와 자문회의에서 수집한 개인정보의 보관·파기 절차 포함</a:t>
            </a:r>
          </a:p>
          <a:p>
            <a:pPr lvl="1"/>
            <a:r>
              <a:t>산출물에 대한 정보보호 방안</a:t>
            </a:r>
          </a:p>
          <a:p>
            <a:pPr/>
            <a:r>
              <a:t>사회적 가치 및 안전 관리 (2점)</a:t>
            </a:r>
          </a:p>
          <a:p>
            <a:pPr lvl="1"/>
            <a:r>
              <a:t>안전관리 매뉴얼과 관련자 교육계획</a:t>
            </a:r>
          </a:p>
          <a:p>
            <a:pPr lvl="1"/>
            <a:r>
              <a:t>비상상황·재난 발생 시 대응 방안</a:t>
            </a:r>
          </a:p>
          <a:p>
            <a:pPr lvl="1"/>
            <a:r>
              <a:t>사업장을 구축하는 경우 사업장과 수행인력에 대한 안전·보건관리 방안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표지 계열">
  <a:themeElements>
    <a:clrScheme name="Office">
      <a:dk1>
        <a:srgbClr val="101828"/>
      </a:dk1>
      <a:lt1>
        <a:srgbClr val="FFFFFF"/>
      </a:lt1>
      <a:dk2>
        <a:srgbClr val="0E2340"/>
      </a:dk2>
      <a:lt2>
        <a:srgbClr val="F7F9FC"/>
      </a:lt2>
      <a:accent1>
        <a:srgbClr val="2F6BFF"/>
      </a:accent1>
      <a:accent2>
        <a:srgbClr val="0E9384"/>
      </a:accent2>
      <a:accent3>
        <a:srgbClr val="0E2340"/>
      </a:accent3>
      <a:accent4>
        <a:srgbClr val="5B6472"/>
      </a:accent4>
      <a:accent5>
        <a:srgbClr val="E3E8EF"/>
      </a:accent5>
      <a:accent6>
        <a:srgbClr val="EEF1F6"/>
      </a:accent6>
      <a:hlink>
        <a:srgbClr val="2F6BFF"/>
      </a:hlink>
      <a:folHlink>
        <a:srgbClr val="5B6472"/>
      </a:folHlink>
    </a:clrScheme>
    <a:fontScheme name="Office">
      <a:majorFont>
        <a:latin typeface="Segoe UI Semibold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본문 계열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데이터 계열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부록 계열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0</vt:i4>
      </vt:variant>
    </vt:vector>
  </HeadingPairs>
  <TitlesOfParts>
    <vt:vector size="8" baseType="lpstr">
      <vt:lpstr>맑은 고딕</vt:lpstr>
      <vt:lpstr>Arial</vt:lpstr>
      <vt:lpstr>Segoe UI</vt:lpstr>
      <vt:lpstr>Segoe UI Semibold</vt:lpstr>
      <vt:lpstr>표지 계열</vt:lpstr>
      <vt:lpstr>본문 계열</vt:lpstr>
      <vt:lpstr>데이터 계열</vt:lpstr>
      <vt:lpstr>부록 계열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Sumin Lee</cp:lastModifiedBy>
  <cp:revision>2</cp:revision>
  <dcterms:created xsi:type="dcterms:W3CDTF">2013-01-27T09:14:16Z</dcterms:created>
  <dcterms:modified xsi:type="dcterms:W3CDTF">2026-09-02T08:08:13Z</dcterms:modified>
  <cp:category/>
</cp:coreProperties>
</file>