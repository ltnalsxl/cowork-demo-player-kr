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458" r:id="rId3"/>
    <p:sldId id="661" r:id="rId4"/>
    <p:sldId id="865" r:id="rId5"/>
    <p:sldId id="1070" r:id="rId6"/>
    <p:sldId id="1276" r:id="rId7"/>
    <p:sldId id="1483" r:id="rId8"/>
    <p:sldId id="1691" r:id="rId9"/>
    <p:sldId id="1900" r:id="rId10"/>
    <p:sldId id="211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A96E5F-72F0-4C13-A343-09E6AD13245C}" v="7" dt="2026-09-02T01:16:24.3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3FA96E5F-72F0-4C13-A343-09E6AD13245C}"/>
    <pc:docChg chg="mod addSld modSld modMainMaster setSldSz">
      <pc:chgData name="" userId="" providerId="" clId="Web-{3FA96E5F-72F0-4C13-A343-09E6AD13245C}" dt="2026-09-02T01:16:24.398" v="22" actId="34807"/>
      <pc:docMkLst>
        <pc:docMk/>
      </pc:docMkLst>
      <pc:sldChg chg="addSp modSp mod setBg">
        <pc:chgData name="" userId="" providerId="" clId="Web-{3FA96E5F-72F0-4C13-A343-09E6AD13245C}" dt="2026-09-02T01:08:20.185" v="2" actId="34807"/>
        <pc:sldMkLst>
          <pc:docMk/>
          <pc:sldMk cId="0" sldId="256"/>
        </pc:sldMkLst>
        <pc:spChg chg="add mod">
          <ac:chgData name="" userId="" providerId="" clId="Web-{3FA96E5F-72F0-4C13-A343-09E6AD13245C}" dt="2026-09-02T01:08:20.185" v="2" actId="34807"/>
          <ac:spMkLst>
            <pc:docMk/>
            <pc:sldMk cId="0" sldId="256"/>
            <ac:spMk id="3" creationId="{68FE4D43-0666-D330-9997-C43B9446FA71}"/>
          </ac:spMkLst>
        </pc:spChg>
        <pc:spChg chg="add mod">
          <ac:chgData name="" userId="" providerId="" clId="Web-{3FA96E5F-72F0-4C13-A343-09E6AD13245C}" dt="2026-09-02T01:08:20.185" v="2" actId="34807"/>
          <ac:spMkLst>
            <pc:docMk/>
            <pc:sldMk cId="0" sldId="256"/>
            <ac:spMk id="4" creationId="{EF866FEB-E51A-9C52-9400-8FD00CD4D0F1}"/>
          </ac:spMkLst>
        </pc:spChg>
        <pc:spChg chg="add mod">
          <ac:chgData name="" userId="" providerId="" clId="Web-{3FA96E5F-72F0-4C13-A343-09E6AD13245C}" dt="2026-09-02T01:08:20.185" v="2" actId="34807"/>
          <ac:spMkLst>
            <pc:docMk/>
            <pc:sldMk cId="0" sldId="256"/>
            <ac:spMk id="5" creationId="{23AA9FD2-F28E-9A64-9BA0-CB47D3709806}"/>
          </ac:spMkLst>
        </pc:spChg>
        <pc:spChg chg="add mod">
          <ac:chgData name="" userId="" providerId="" clId="Web-{3FA96E5F-72F0-4C13-A343-09E6AD13245C}" dt="2026-09-02T01:08:20.185" v="2" actId="34807"/>
          <ac:spMkLst>
            <pc:docMk/>
            <pc:sldMk cId="0" sldId="256"/>
            <ac:spMk id="6" creationId="{808533EA-1FE0-5E16-77DB-14C64BB4C5D0}"/>
          </ac:spMkLst>
        </pc:spChg>
      </pc:sldChg>
      <pc:sldChg chg="addSp modSp add mod setBg">
        <pc:chgData name="" userId="" providerId="" clId="Web-{3FA96E5F-72F0-4C13-A343-09E6AD13245C}" dt="2026-09-02T01:09:09.439" v="3" actId="34807"/>
        <pc:sldMkLst>
          <pc:docMk/>
          <pc:sldMk cId="2068770783" sldId="458"/>
        </pc:sldMkLst>
        <pc:spChg chg="add mod">
          <ac:chgData name="" userId="" providerId="" clId="Web-{3FA96E5F-72F0-4C13-A343-09E6AD13245C}" dt="2026-09-02T01:09:09.439" v="3" actId="34807"/>
          <ac:spMkLst>
            <pc:docMk/>
            <pc:sldMk cId="2068770783" sldId="458"/>
            <ac:spMk id="7" creationId="{BC03673E-9DEB-C22C-E32F-354C9F87FBBA}"/>
          </ac:spMkLst>
        </pc:spChg>
        <pc:spChg chg="add mod">
          <ac:chgData name="" userId="" providerId="" clId="Web-{3FA96E5F-72F0-4C13-A343-09E6AD13245C}" dt="2026-09-02T01:09:09.439" v="3" actId="34807"/>
          <ac:spMkLst>
            <pc:docMk/>
            <pc:sldMk cId="2068770783" sldId="458"/>
            <ac:spMk id="8" creationId="{CECB6DD7-B10E-5E7E-8EFA-E4188EE91489}"/>
          </ac:spMkLst>
        </pc:spChg>
      </pc:sldChg>
      <pc:sldChg chg="addSp modSp add mod setBg">
        <pc:chgData name="" userId="" providerId="" clId="Web-{3FA96E5F-72F0-4C13-A343-09E6AD13245C}" dt="2026-09-02T01:09:38.926" v="4" actId="34807"/>
        <pc:sldMkLst>
          <pc:docMk/>
          <pc:sldMk cId="767688480" sldId="661"/>
        </pc:sldMkLst>
        <pc:spChg chg="add mod">
          <ac:chgData name="" userId="" providerId="" clId="Web-{3FA96E5F-72F0-4C13-A343-09E6AD13245C}" dt="2026-09-02T01:09:38.926" v="4" actId="34807"/>
          <ac:spMkLst>
            <pc:docMk/>
            <pc:sldMk cId="767688480" sldId="661"/>
            <ac:spMk id="9" creationId="{F506542F-405B-C17F-86E5-E3D102ABD5D3}"/>
          </ac:spMkLst>
        </pc:spChg>
        <pc:spChg chg="add mod">
          <ac:chgData name="" userId="" providerId="" clId="Web-{3FA96E5F-72F0-4C13-A343-09E6AD13245C}" dt="2026-09-02T01:09:38.926" v="4" actId="34807"/>
          <ac:spMkLst>
            <pc:docMk/>
            <pc:sldMk cId="767688480" sldId="661"/>
            <ac:spMk id="10" creationId="{DBCE5714-68D7-1D93-79D9-619C0C5DAF11}"/>
          </ac:spMkLst>
        </pc:spChg>
        <pc:spChg chg="add mod">
          <ac:chgData name="" userId="" providerId="" clId="Web-{3FA96E5F-72F0-4C13-A343-09E6AD13245C}" dt="2026-09-02T01:09:38.926" v="4" actId="34807"/>
          <ac:spMkLst>
            <pc:docMk/>
            <pc:sldMk cId="767688480" sldId="661"/>
            <ac:spMk id="11" creationId="{C308A2ED-A9D8-5319-0284-3F6250ECF4F1}"/>
          </ac:spMkLst>
        </pc:spChg>
        <pc:spChg chg="add mod">
          <ac:chgData name="" userId="" providerId="" clId="Web-{3FA96E5F-72F0-4C13-A343-09E6AD13245C}" dt="2026-09-02T01:09:38.926" v="4" actId="34807"/>
          <ac:spMkLst>
            <pc:docMk/>
            <pc:sldMk cId="767688480" sldId="661"/>
            <ac:spMk id="12" creationId="{FA94C377-EEC6-8852-7A48-6D442DEF75EB}"/>
          </ac:spMkLst>
        </pc:spChg>
        <pc:spChg chg="add mod">
          <ac:chgData name="" userId="" providerId="" clId="Web-{3FA96E5F-72F0-4C13-A343-09E6AD13245C}" dt="2026-09-02T01:09:38.926" v="4" actId="34807"/>
          <ac:spMkLst>
            <pc:docMk/>
            <pc:sldMk cId="767688480" sldId="661"/>
            <ac:spMk id="13" creationId="{A93C9FF3-4186-789A-B55C-7DFBB3EA0A91}"/>
          </ac:spMkLst>
        </pc:spChg>
        <pc:spChg chg="add mod">
          <ac:chgData name="" userId="" providerId="" clId="Web-{3FA96E5F-72F0-4C13-A343-09E6AD13245C}" dt="2026-09-02T01:09:38.926" v="4" actId="34807"/>
          <ac:spMkLst>
            <pc:docMk/>
            <pc:sldMk cId="767688480" sldId="661"/>
            <ac:spMk id="14" creationId="{59B6C646-5DB2-60F0-40B8-1D252653AC6F}"/>
          </ac:spMkLst>
        </pc:spChg>
        <pc:spChg chg="add mod">
          <ac:chgData name="" userId="" providerId="" clId="Web-{3FA96E5F-72F0-4C13-A343-09E6AD13245C}" dt="2026-09-02T01:09:38.926" v="4" actId="34807"/>
          <ac:spMkLst>
            <pc:docMk/>
            <pc:sldMk cId="767688480" sldId="661"/>
            <ac:spMk id="15" creationId="{3412EC78-90A2-AF71-1644-21F4B6A71C61}"/>
          </ac:spMkLst>
        </pc:spChg>
        <pc:spChg chg="add mod">
          <ac:chgData name="" userId="" providerId="" clId="Web-{3FA96E5F-72F0-4C13-A343-09E6AD13245C}" dt="2026-09-02T01:09:38.926" v="4" actId="34807"/>
          <ac:spMkLst>
            <pc:docMk/>
            <pc:sldMk cId="767688480" sldId="661"/>
            <ac:spMk id="16" creationId="{229C6C59-B5C3-C07F-B6F4-ADE33E7E10C3}"/>
          </ac:spMkLst>
        </pc:spChg>
      </pc:sldChg>
      <pc:sldChg chg="addSp modSp add mod setBg">
        <pc:chgData name="" userId="" providerId="" clId="Web-{3FA96E5F-72F0-4C13-A343-09E6AD13245C}" dt="2026-09-02T01:10:40.025" v="5" actId="34807"/>
        <pc:sldMkLst>
          <pc:docMk/>
          <pc:sldMk cId="2710930163" sldId="865"/>
        </pc:sldMkLst>
        <pc:spChg chg="add mod">
          <ac:chgData name="" userId="" providerId="" clId="Web-{3FA96E5F-72F0-4C13-A343-09E6AD13245C}" dt="2026-09-02T01:10:40.025" v="5" actId="34807"/>
          <ac:spMkLst>
            <pc:docMk/>
            <pc:sldMk cId="2710930163" sldId="865"/>
            <ac:spMk id="17" creationId="{65F52911-69C6-5650-AFAA-9CC9F0AA38A6}"/>
          </ac:spMkLst>
        </pc:spChg>
        <pc:graphicFrameChg chg="add mod">
          <ac:chgData name="" userId="" providerId="" clId="Web-{3FA96E5F-72F0-4C13-A343-09E6AD13245C}" dt="2026-09-02T01:10:40.025" v="5" actId="34807"/>
          <ac:graphicFrameMkLst>
            <pc:docMk/>
            <pc:sldMk cId="2710930163" sldId="865"/>
            <ac:graphicFrameMk id="4" creationId="{DBD4B92B-4ED4-4884-885F-3BD308A03F16}"/>
          </ac:graphicFrameMkLst>
        </pc:graphicFrameChg>
      </pc:sldChg>
      <pc:sldChg chg="addSp modSp add mod setBg">
        <pc:chgData name="" userId="" providerId="" clId="Web-{3FA96E5F-72F0-4C13-A343-09E6AD13245C}" dt="2026-09-02T01:11:32.060" v="7" actId="34807"/>
        <pc:sldMkLst>
          <pc:docMk/>
          <pc:sldMk cId="1018079583" sldId="1070"/>
        </pc:sldMkLst>
        <pc:spChg chg="add mod">
          <ac:chgData name="" userId="" providerId="" clId="Web-{3FA96E5F-72F0-4C13-A343-09E6AD13245C}" dt="2026-09-02T01:11:12.231" v="6" actId="34807"/>
          <ac:spMkLst>
            <pc:docMk/>
            <pc:sldMk cId="1018079583" sldId="1070"/>
            <ac:spMk id="18" creationId="{732A64E0-B0ED-5A8A-E891-8EAB3124E9A9}"/>
          </ac:spMkLst>
        </pc:spChg>
        <pc:spChg chg="add mod">
          <ac:chgData name="" userId="" providerId="" clId="Web-{3FA96E5F-72F0-4C13-A343-09E6AD13245C}" dt="2026-09-02T01:11:32.060" v="7" actId="34807"/>
          <ac:spMkLst>
            <pc:docMk/>
            <pc:sldMk cId="1018079583" sldId="1070"/>
            <ac:spMk id="19" creationId="{CCADD4B1-818F-F1BA-4B8F-F7852645D52F}"/>
          </ac:spMkLst>
        </pc:spChg>
        <pc:spChg chg="add mod">
          <ac:chgData name="" userId="" providerId="" clId="Web-{3FA96E5F-72F0-4C13-A343-09E6AD13245C}" dt="2026-09-02T01:11:32.060" v="7" actId="34807"/>
          <ac:spMkLst>
            <pc:docMk/>
            <pc:sldMk cId="1018079583" sldId="1070"/>
            <ac:spMk id="20" creationId="{5F862612-0571-AAEC-5F4F-A144178E9387}"/>
          </ac:spMkLst>
        </pc:spChg>
        <pc:spChg chg="add mod">
          <ac:chgData name="" userId="" providerId="" clId="Web-{3FA96E5F-72F0-4C13-A343-09E6AD13245C}" dt="2026-09-02T01:11:32.060" v="7" actId="34807"/>
          <ac:spMkLst>
            <pc:docMk/>
            <pc:sldMk cId="1018079583" sldId="1070"/>
            <ac:spMk id="23" creationId="{ADCF1D9C-3075-F173-B8FB-EABAFC9E5E0E}"/>
          </ac:spMkLst>
        </pc:spChg>
        <pc:spChg chg="add mod">
          <ac:chgData name="" userId="" providerId="" clId="Web-{3FA96E5F-72F0-4C13-A343-09E6AD13245C}" dt="2026-09-02T01:11:32.060" v="7" actId="34807"/>
          <ac:spMkLst>
            <pc:docMk/>
            <pc:sldMk cId="1018079583" sldId="1070"/>
            <ac:spMk id="24" creationId="{1503B9E5-34F4-769A-FC37-D3F4131508F1}"/>
          </ac:spMkLst>
        </pc:spChg>
        <pc:spChg chg="add mod">
          <ac:chgData name="" userId="" providerId="" clId="Web-{3FA96E5F-72F0-4C13-A343-09E6AD13245C}" dt="2026-09-02T01:11:32.060" v="7" actId="34807"/>
          <ac:spMkLst>
            <pc:docMk/>
            <pc:sldMk cId="1018079583" sldId="1070"/>
            <ac:spMk id="25" creationId="{A93A0941-1C69-A1F6-9B4A-D1C532F2F89A}"/>
          </ac:spMkLst>
        </pc:spChg>
        <pc:spChg chg="add mod">
          <ac:chgData name="" userId="" providerId="" clId="Web-{3FA96E5F-72F0-4C13-A343-09E6AD13245C}" dt="2026-09-02T01:11:32.060" v="7" actId="34807"/>
          <ac:spMkLst>
            <pc:docMk/>
            <pc:sldMk cId="1018079583" sldId="1070"/>
            <ac:spMk id="26" creationId="{EC5928B9-F6CA-41AF-E3DC-1A0979E363EC}"/>
          </ac:spMkLst>
        </pc:spChg>
      </pc:sldChg>
      <pc:sldChg chg="addSp modSp add mod setBg">
        <pc:chgData name="" userId="" providerId="" clId="Web-{3FA96E5F-72F0-4C13-A343-09E6AD13245C}" dt="2026-09-02T01:12:08.454" v="9" actId="34807"/>
        <pc:sldMkLst>
          <pc:docMk/>
          <pc:sldMk cId="3141683229" sldId="1276"/>
        </pc:sldMkLst>
        <pc:spChg chg="add mod">
          <ac:chgData name="" userId="" providerId="" clId="Web-{3FA96E5F-72F0-4C13-A343-09E6AD13245C}" dt="2026-09-02T01:11:46.546" v="8" actId="34807"/>
          <ac:spMkLst>
            <pc:docMk/>
            <pc:sldMk cId="3141683229" sldId="1276"/>
            <ac:spMk id="27" creationId="{C17EBA17-EF26-2F88-F574-CB62FFBBBC87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28" creationId="{A8989623-DAE7-00D6-2B01-D29BAD5FD4D4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29" creationId="{20F5C512-9B9F-A114-1439-A43416F3D04F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30" creationId="{5149CB34-42E5-76F7-D64C-6573F3097870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34" creationId="{F35D5E1A-78DC-8EA4-A432-6EE40D296608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35" creationId="{C47D8D26-21FB-D53C-4164-255A1961D3B2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36" creationId="{DD3040F0-5F2E-5F48-9AC9-25938BACCB67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37" creationId="{4179E3FE-B6CD-0056-4199-6E34E8A391D8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38" creationId="{26D82106-0DE4-D664-79AC-4E9BD619BBE0}"/>
          </ac:spMkLst>
        </pc:spChg>
        <pc:spChg chg="add mod">
          <ac:chgData name="" userId="" providerId="" clId="Web-{3FA96E5F-72F0-4C13-A343-09E6AD13245C}" dt="2026-09-02T01:12:08.454" v="9" actId="34807"/>
          <ac:spMkLst>
            <pc:docMk/>
            <pc:sldMk cId="3141683229" sldId="1276"/>
            <ac:spMk id="39" creationId="{933537B4-F55D-F48F-16D1-C5E6D9DFD46A}"/>
          </ac:spMkLst>
        </pc:spChg>
      </pc:sldChg>
      <pc:sldChg chg="addSp modSp add mod setBg">
        <pc:chgData name="" userId="" providerId="" clId="Web-{3FA96E5F-72F0-4C13-A343-09E6AD13245C}" dt="2026-09-02T01:16:24.398" v="22" actId="34807"/>
        <pc:sldMkLst>
          <pc:docMk/>
          <pc:sldMk cId="1103112325" sldId="1483"/>
        </pc:sldMkLst>
        <pc:spChg chg="add mod">
          <ac:chgData name="" userId="" providerId="" clId="Web-{3FA96E5F-72F0-4C13-A343-09E6AD13245C}" dt="2026-09-02T01:16:24.398" v="22" actId="34807"/>
          <ac:spMkLst>
            <pc:docMk/>
            <pc:sldMk cId="1103112325" sldId="1483"/>
            <ac:spMk id="40" creationId="{B30A05FD-0A83-99C6-3302-DFA0CE6D3D9B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1" creationId="{FAF3588A-CAD1-3021-A307-D7E76D8556FC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2" creationId="{E59D0F3A-B692-F0F1-37AC-B7679532EAD8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3" creationId="{7F1598E9-3543-7F3C-5DDB-73C2F22D2D8B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4" creationId="{6F84FB38-459D-5CC3-75ED-5C816A790309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5" creationId="{EDDC03C0-152E-EB70-6117-2BBA97C4B260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6" creationId="{8F04D8B0-C8A3-BFC3-8BFE-D02B9ECE61EC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7" creationId="{C6EB8C4D-A652-8BEE-715D-7BAEA4B2F629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8" creationId="{235D3408-FADD-91DD-57CC-832176E041C6}"/>
          </ac:spMkLst>
        </pc:spChg>
        <pc:spChg chg="add mod">
          <ac:chgData name="" userId="" providerId="" clId="Web-{3FA96E5F-72F0-4C13-A343-09E6AD13245C}" dt="2026-09-02T01:12:44.770" v="10" actId="34807"/>
          <ac:spMkLst>
            <pc:docMk/>
            <pc:sldMk cId="1103112325" sldId="1483"/>
            <ac:spMk id="49" creationId="{12AE522B-0902-3A06-0658-8D75F877849E}"/>
          </ac:spMkLst>
        </pc:spChg>
        <pc:spChg chg="add mod">
          <ac:chgData name="" userId="" providerId="" clId="Web-{3FA96E5F-72F0-4C13-A343-09E6AD13245C}" dt="2026-09-02T01:13:07.397" v="11" actId="34807"/>
          <ac:spMkLst>
            <pc:docMk/>
            <pc:sldMk cId="1103112325" sldId="1483"/>
            <ac:spMk id="50" creationId="{BE6B5651-655E-E115-BAD5-3F0B91D615D9}"/>
          </ac:spMkLst>
        </pc:spChg>
        <pc:spChg chg="add mod">
          <ac:chgData name="" userId="" providerId="" clId="Web-{3FA96E5F-72F0-4C13-A343-09E6AD13245C}" dt="2026-09-02T01:13:07.397" v="11" actId="34807"/>
          <ac:spMkLst>
            <pc:docMk/>
            <pc:sldMk cId="1103112325" sldId="1483"/>
            <ac:spMk id="51" creationId="{61258D06-5F27-E614-396C-A8A9DB61F0C8}"/>
          </ac:spMkLst>
        </pc:spChg>
        <pc:spChg chg="add mod">
          <ac:chgData name="" userId="" providerId="" clId="Web-{3FA96E5F-72F0-4C13-A343-09E6AD13245C}" dt="2026-09-02T01:13:07.397" v="11" actId="34807"/>
          <ac:spMkLst>
            <pc:docMk/>
            <pc:sldMk cId="1103112325" sldId="1483"/>
            <ac:spMk id="52" creationId="{B60C6245-8659-F37A-E9F1-58F1F3E50486}"/>
          </ac:spMkLst>
        </pc:spChg>
        <pc:spChg chg="add mod">
          <ac:chgData name="" userId="" providerId="" clId="Web-{3FA96E5F-72F0-4C13-A343-09E6AD13245C}" dt="2026-09-02T01:13:07.397" v="11" actId="34807"/>
          <ac:spMkLst>
            <pc:docMk/>
            <pc:sldMk cId="1103112325" sldId="1483"/>
            <ac:spMk id="53" creationId="{7A3DAFC3-F9AA-69A6-709A-CE08F8D789B1}"/>
          </ac:spMkLst>
        </pc:spChg>
        <pc:spChg chg="add mod">
          <ac:chgData name="" userId="" providerId="" clId="Web-{3FA96E5F-72F0-4C13-A343-09E6AD13245C}" dt="2026-09-02T01:13:07.397" v="11" actId="34807"/>
          <ac:spMkLst>
            <pc:docMk/>
            <pc:sldMk cId="1103112325" sldId="1483"/>
            <ac:spMk id="54" creationId="{15DBB07D-0D9B-0F8F-7D14-335C58432EAD}"/>
          </ac:spMkLst>
        </pc:spChg>
      </pc:sldChg>
      <pc:sldChg chg="addSp modSp add mod setBg">
        <pc:chgData name="" userId="" providerId="" clId="Web-{3FA96E5F-72F0-4C13-A343-09E6AD13245C}" dt="2026-09-02T01:13:43.134" v="13" actId="34807"/>
        <pc:sldMkLst>
          <pc:docMk/>
          <pc:sldMk cId="3423280601" sldId="1691"/>
        </pc:sldMkLst>
        <pc:spChg chg="add mod">
          <ac:chgData name="" userId="" providerId="" clId="Web-{3FA96E5F-72F0-4C13-A343-09E6AD13245C}" dt="2026-09-02T01:13:18.491" v="12" actId="34807"/>
          <ac:spMkLst>
            <pc:docMk/>
            <pc:sldMk cId="3423280601" sldId="1691"/>
            <ac:spMk id="55" creationId="{97A06EA1-84E8-5A52-3602-DCC442C12143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56" creationId="{D572E9E9-9067-ED0B-F9D3-35C6570AA34D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57" creationId="{C7E0E74F-9528-4915-6CDE-0B7B5B76FBBC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58" creationId="{FDC82D9A-A2ED-626E-A77A-5440B5536757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62" creationId="{FABABD9E-05F7-D370-80FD-AD1DDAC48713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63" creationId="{B8FDF935-A8B5-DF8F-F0DE-67F82B5D495E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64" creationId="{CC9A09FB-CBB8-F944-34D7-99AC04759C6A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65" creationId="{458BD748-33E3-EB02-5BDA-5678EA1BA180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66" creationId="{50BFB46B-C082-9EF2-EE25-CED9E0AF4FF3}"/>
          </ac:spMkLst>
        </pc:spChg>
        <pc:spChg chg="add mod">
          <ac:chgData name="" userId="" providerId="" clId="Web-{3FA96E5F-72F0-4C13-A343-09E6AD13245C}" dt="2026-09-02T01:13:43.134" v="13" actId="34807"/>
          <ac:spMkLst>
            <pc:docMk/>
            <pc:sldMk cId="3423280601" sldId="1691"/>
            <ac:spMk id="67" creationId="{151DA82A-3A2E-B72D-C6CD-6918D0DE90A7}"/>
          </ac:spMkLst>
        </pc:spChg>
      </pc:sldChg>
      <pc:sldChg chg="addSp modSp add mod setBg">
        <pc:chgData name="" userId="" providerId="" clId="Web-{3FA96E5F-72F0-4C13-A343-09E6AD13245C}" dt="2026-09-02T01:14:24.825" v="15" actId="34807"/>
        <pc:sldMkLst>
          <pc:docMk/>
          <pc:sldMk cId="2538801104" sldId="1900"/>
        </pc:sldMkLst>
        <pc:spChg chg="add mod">
          <ac:chgData name="" userId="" providerId="" clId="Web-{3FA96E5F-72F0-4C13-A343-09E6AD13245C}" dt="2026-09-02T01:14:02.604" v="14" actId="34807"/>
          <ac:spMkLst>
            <pc:docMk/>
            <pc:sldMk cId="2538801104" sldId="1900"/>
            <ac:spMk id="68" creationId="{A526AC7E-C77F-1451-DA40-1C05085F9F30}"/>
          </ac:spMkLst>
        </pc:spChg>
        <pc:spChg chg="add mod">
          <ac:chgData name="" userId="" providerId="" clId="Web-{3FA96E5F-72F0-4C13-A343-09E6AD13245C}" dt="2026-09-02T01:14:24.825" v="15" actId="34807"/>
          <ac:spMkLst>
            <pc:docMk/>
            <pc:sldMk cId="2538801104" sldId="1900"/>
            <ac:spMk id="69" creationId="{A74C028F-0C24-A936-A9D9-0BDEFA7122C9}"/>
          </ac:spMkLst>
        </pc:spChg>
        <pc:spChg chg="add mod">
          <ac:chgData name="" userId="" providerId="" clId="Web-{3FA96E5F-72F0-4C13-A343-09E6AD13245C}" dt="2026-09-02T01:14:24.825" v="15" actId="34807"/>
          <ac:spMkLst>
            <pc:docMk/>
            <pc:sldMk cId="2538801104" sldId="1900"/>
            <ac:spMk id="70" creationId="{AEF18708-3E31-E85E-10B3-CA3C8CE94C91}"/>
          </ac:spMkLst>
        </pc:spChg>
        <pc:spChg chg="add mod">
          <ac:chgData name="" userId="" providerId="" clId="Web-{3FA96E5F-72F0-4C13-A343-09E6AD13245C}" dt="2026-09-02T01:14:24.825" v="15" actId="34807"/>
          <ac:spMkLst>
            <pc:docMk/>
            <pc:sldMk cId="2538801104" sldId="1900"/>
            <ac:spMk id="73" creationId="{FB954AEF-B1E0-C591-AB00-2608EBF7B985}"/>
          </ac:spMkLst>
        </pc:spChg>
        <pc:spChg chg="add mod">
          <ac:chgData name="" userId="" providerId="" clId="Web-{3FA96E5F-72F0-4C13-A343-09E6AD13245C}" dt="2026-09-02T01:14:24.825" v="15" actId="34807"/>
          <ac:spMkLst>
            <pc:docMk/>
            <pc:sldMk cId="2538801104" sldId="1900"/>
            <ac:spMk id="74" creationId="{C4082808-2FBF-E7F0-A883-D954081588CB}"/>
          </ac:spMkLst>
        </pc:spChg>
        <pc:spChg chg="add mod">
          <ac:chgData name="" userId="" providerId="" clId="Web-{3FA96E5F-72F0-4C13-A343-09E6AD13245C}" dt="2026-09-02T01:14:24.825" v="15" actId="34807"/>
          <ac:spMkLst>
            <pc:docMk/>
            <pc:sldMk cId="2538801104" sldId="1900"/>
            <ac:spMk id="75" creationId="{CF24CD75-00AB-F2CA-7A6D-8572C205CFCC}"/>
          </ac:spMkLst>
        </pc:spChg>
        <pc:spChg chg="add mod">
          <ac:chgData name="" userId="" providerId="" clId="Web-{3FA96E5F-72F0-4C13-A343-09E6AD13245C}" dt="2026-09-02T01:14:24.825" v="15" actId="34807"/>
          <ac:spMkLst>
            <pc:docMk/>
            <pc:sldMk cId="2538801104" sldId="1900"/>
            <ac:spMk id="76" creationId="{B13D6489-8153-51C5-4C8D-68F9B2B30202}"/>
          </ac:spMkLst>
        </pc:spChg>
      </pc:sldChg>
      <pc:sldChg chg="addSp modSp add mod setBg">
        <pc:chgData name="" userId="" providerId="" clId="Web-{3FA96E5F-72F0-4C13-A343-09E6AD13245C}" dt="2026-09-02T01:16:07.334" v="21" actId="34807"/>
        <pc:sldMkLst>
          <pc:docMk/>
          <pc:sldMk cId="2207674026" sldId="2110"/>
        </pc:sldMkLst>
        <pc:spChg chg="add mod">
          <ac:chgData name="" userId="" providerId="" clId="Web-{3FA96E5F-72F0-4C13-A343-09E6AD13245C}" dt="2026-09-02T01:14:56.718" v="17" actId="34807"/>
          <ac:spMkLst>
            <pc:docMk/>
            <pc:sldMk cId="2207674026" sldId="2110"/>
            <ac:spMk id="78" creationId="{DF2E2956-7E97-600A-8652-562BD88C9FC7}"/>
          </ac:spMkLst>
        </pc:spChg>
        <pc:spChg chg="add mod">
          <ac:chgData name="" userId="" providerId="" clId="Web-{3FA96E5F-72F0-4C13-A343-09E6AD13245C}" dt="2026-09-02T01:16:07.334" v="21" actId="34807"/>
          <ac:spMkLst>
            <pc:docMk/>
            <pc:sldMk cId="2207674026" sldId="2110"/>
            <ac:spMk id="79" creationId="{FE47C66D-96E1-04D0-F022-99F27204CD3C}"/>
          </ac:spMkLst>
        </pc:spChg>
        <pc:spChg chg="add mod">
          <ac:chgData name="" userId="" providerId="" clId="Web-{3FA96E5F-72F0-4C13-A343-09E6AD13245C}" dt="2026-09-02T01:15:19.002" v="18" actId="34807"/>
          <ac:spMkLst>
            <pc:docMk/>
            <pc:sldMk cId="2207674026" sldId="2110"/>
            <ac:spMk id="80" creationId="{21B0F900-EC37-D48F-1B60-17BF62C073BF}"/>
          </ac:spMkLst>
        </pc:spChg>
      </pc:sldChg>
      <pc:sldMasterChg chg="modSp modSldLayout">
        <pc:chgData name="" userId="" providerId="" clId="Web-{3FA96E5F-72F0-4C13-A343-09E6AD13245C}" dt="2026-09-02T01:07:45.385" v="0" actId="34807"/>
        <pc:sldMasterMkLst>
          <pc:docMk/>
          <pc:sldMasterMk cId="2209977519" sldId="2147483648"/>
        </pc:sldMasterMkLst>
        <pc:spChg chg="mod">
          <ac:chgData name="" userId="" providerId="" clId="Web-{3FA96E5F-72F0-4C13-A343-09E6AD13245C}" dt="2026-09-02T01:07:45.385" v="0" actId="34807"/>
          <ac:spMkLst>
            <pc:docMk/>
            <pc:sldMasterMk cId="2209977519" sldId="2147483648"/>
            <ac:spMk id="2" creationId="{00000000-0000-0000-0000-000000000000}"/>
          </ac:spMkLst>
        </pc:spChg>
        <pc:spChg chg="mod">
          <ac:chgData name="" userId="" providerId="" clId="Web-{3FA96E5F-72F0-4C13-A343-09E6AD13245C}" dt="2026-09-02T01:07:45.385" v="0" actId="34807"/>
          <ac:spMkLst>
            <pc:docMk/>
            <pc:sldMasterMk cId="2209977519" sldId="2147483648"/>
            <ac:spMk id="3" creationId="{00000000-0000-0000-0000-000000000000}"/>
          </ac:spMkLst>
        </pc:spChg>
        <pc:spChg chg="mod">
          <ac:chgData name="" userId="" providerId="" clId="Web-{3FA96E5F-72F0-4C13-A343-09E6AD13245C}" dt="2026-09-02T01:07:45.385" v="0" actId="34807"/>
          <ac:spMkLst>
            <pc:docMk/>
            <pc:sldMasterMk cId="2209977519" sldId="2147483648"/>
            <ac:spMk id="4" creationId="{00000000-0000-0000-0000-000000000000}"/>
          </ac:spMkLst>
        </pc:spChg>
        <pc:spChg chg="mod">
          <ac:chgData name="" userId="" providerId="" clId="Web-{3FA96E5F-72F0-4C13-A343-09E6AD13245C}" dt="2026-09-02T01:07:45.385" v="0" actId="34807"/>
          <ac:spMkLst>
            <pc:docMk/>
            <pc:sldMasterMk cId="2209977519" sldId="2147483648"/>
            <ac:spMk id="5" creationId="{00000000-0000-0000-0000-000000000000}"/>
          </ac:spMkLst>
        </pc:spChg>
        <pc:spChg chg="mod">
          <ac:chgData name="" userId="" providerId="" clId="Web-{3FA96E5F-72F0-4C13-A343-09E6AD13245C}" dt="2026-09-02T01:07:45.385" v="0" actId="34807"/>
          <ac:spMkLst>
            <pc:docMk/>
            <pc:sldMasterMk cId="2209977519" sldId="2147483648"/>
            <ac:spMk id="6" creationId="{00000000-0000-0000-0000-000000000000}"/>
          </ac:spMkLst>
        </pc:spChg>
        <pc:sldLayoutChg chg="modSp">
          <pc:chgData name="" userId="" providerId="" clId="Web-{3FA96E5F-72F0-4C13-A343-09E6AD13245C}" dt="2026-09-02T01:07:45.385" v="0" actId="34807"/>
          <pc:sldLayoutMkLst>
            <pc:docMk/>
            <pc:sldMasterMk cId="2209977519" sldId="2147483648"/>
            <pc:sldLayoutMk cId="3168075583" sldId="2147483649"/>
          </pc:sldLayoutMkLst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3168075583" sldId="2147483649"/>
              <ac:spMk id="2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3168075583" sldId="2147483649"/>
              <ac:spMk id="3" creationId="{00000000-0000-0000-0000-000000000000}"/>
            </ac:spMkLst>
          </pc:spChg>
        </pc:sldLayoutChg>
        <pc:sldLayoutChg chg="modSp">
          <pc:chgData name="" userId="" providerId="" clId="Web-{3FA96E5F-72F0-4C13-A343-09E6AD13245C}" dt="2026-09-02T01:07:45.385" v="0" actId="34807"/>
          <pc:sldLayoutMkLst>
            <pc:docMk/>
            <pc:sldMasterMk cId="2209977519" sldId="2147483648"/>
            <pc:sldLayoutMk cId="960648375" sldId="2147483651"/>
          </pc:sldLayoutMkLst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960648375" sldId="2147483651"/>
              <ac:spMk id="2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960648375" sldId="2147483651"/>
              <ac:spMk id="3" creationId="{00000000-0000-0000-0000-000000000000}"/>
            </ac:spMkLst>
          </pc:spChg>
        </pc:sldLayoutChg>
        <pc:sldLayoutChg chg="modSp">
          <pc:chgData name="" userId="" providerId="" clId="Web-{3FA96E5F-72F0-4C13-A343-09E6AD13245C}" dt="2026-09-02T01:07:45.385" v="0" actId="34807"/>
          <pc:sldLayoutMkLst>
            <pc:docMk/>
            <pc:sldMasterMk cId="2209977519" sldId="2147483648"/>
            <pc:sldLayoutMk cId="2782244947" sldId="2147483652"/>
          </pc:sldLayoutMkLst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2782244947" sldId="2147483652"/>
              <ac:spMk id="3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2782244947" sldId="2147483652"/>
              <ac:spMk id="4" creationId="{00000000-0000-0000-0000-000000000000}"/>
            </ac:spMkLst>
          </pc:spChg>
        </pc:sldLayoutChg>
        <pc:sldLayoutChg chg="modSp">
          <pc:chgData name="" userId="" providerId="" clId="Web-{3FA96E5F-72F0-4C13-A343-09E6AD13245C}" dt="2026-09-02T01:07:45.385" v="0" actId="34807"/>
          <pc:sldLayoutMkLst>
            <pc:docMk/>
            <pc:sldMasterMk cId="2209977519" sldId="2147483648"/>
            <pc:sldLayoutMk cId="990158736" sldId="2147483653"/>
          </pc:sldLayoutMkLst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990158736" sldId="2147483653"/>
              <ac:spMk id="3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990158736" sldId="2147483653"/>
              <ac:spMk id="4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990158736" sldId="2147483653"/>
              <ac:spMk id="5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990158736" sldId="2147483653"/>
              <ac:spMk id="6" creationId="{00000000-0000-0000-0000-000000000000}"/>
            </ac:spMkLst>
          </pc:spChg>
        </pc:sldLayoutChg>
        <pc:sldLayoutChg chg="modSp">
          <pc:chgData name="" userId="" providerId="" clId="Web-{3FA96E5F-72F0-4C13-A343-09E6AD13245C}" dt="2026-09-02T01:07:45.385" v="0" actId="34807"/>
          <pc:sldLayoutMkLst>
            <pc:docMk/>
            <pc:sldMasterMk cId="2209977519" sldId="2147483648"/>
            <pc:sldLayoutMk cId="1840726560" sldId="2147483656"/>
          </pc:sldLayoutMkLst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1840726560" sldId="2147483656"/>
              <ac:spMk id="2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1840726560" sldId="2147483656"/>
              <ac:spMk id="3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1840726560" sldId="2147483656"/>
              <ac:spMk id="4" creationId="{00000000-0000-0000-0000-000000000000}"/>
            </ac:spMkLst>
          </pc:spChg>
        </pc:sldLayoutChg>
        <pc:sldLayoutChg chg="modSp">
          <pc:chgData name="" userId="" providerId="" clId="Web-{3FA96E5F-72F0-4C13-A343-09E6AD13245C}" dt="2026-09-02T01:07:45.385" v="0" actId="34807"/>
          <pc:sldLayoutMkLst>
            <pc:docMk/>
            <pc:sldMasterMk cId="2209977519" sldId="2147483648"/>
            <pc:sldLayoutMk cId="3889236939" sldId="2147483657"/>
          </pc:sldLayoutMkLst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3889236939" sldId="2147483657"/>
              <ac:spMk id="2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3889236939" sldId="2147483657"/>
              <ac:spMk id="3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3889236939" sldId="2147483657"/>
              <ac:spMk id="4" creationId="{00000000-0000-0000-0000-000000000000}"/>
            </ac:spMkLst>
          </pc:spChg>
        </pc:sldLayoutChg>
        <pc:sldLayoutChg chg="modSp">
          <pc:chgData name="" userId="" providerId="" clId="Web-{3FA96E5F-72F0-4C13-A343-09E6AD13245C}" dt="2026-09-02T01:07:45.385" v="0" actId="34807"/>
          <pc:sldLayoutMkLst>
            <pc:docMk/>
            <pc:sldMasterMk cId="2209977519" sldId="2147483648"/>
            <pc:sldLayoutMk cId="3612223792" sldId="2147483659"/>
          </pc:sldLayoutMkLst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3612223792" sldId="2147483659"/>
              <ac:spMk id="2" creationId="{00000000-0000-0000-0000-000000000000}"/>
            </ac:spMkLst>
          </pc:spChg>
          <pc:spChg chg="mod">
            <ac:chgData name="" userId="" providerId="" clId="Web-{3FA96E5F-72F0-4C13-A343-09E6AD13245C}" dt="2026-09-02T01:07:45.385" v="0" actId="34807"/>
            <ac:spMkLst>
              <pc:docMk/>
              <pc:sldMasterMk cId="2209977519" sldId="2147483648"/>
              <pc:sldLayoutMk cId="3612223792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8FE4D43-0666-D330-9997-C43B9446FA71}"/>
              </a:ext>
            </a:extLst>
          </p:cNvPr>
          <p:cNvSpPr/>
          <p:nvPr/>
        </p:nvSpPr>
        <p:spPr>
          <a:xfrm>
            <a:off x="685800" y="2057400"/>
            <a:ext cx="108204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6E7789"/>
                </a:solidFill>
                <a:effectLst/>
                <a:latin typeface="Trebuchet MS" panose="020B0603020202020204" pitchFamily="34" charset="0"/>
              </a:rPr>
              <a:t>PHYSICAL AI MARKET INTELLIGENCE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866FEB-E51A-9C52-9400-8FD00CD4D0F1}"/>
              </a:ext>
            </a:extLst>
          </p:cNvPr>
          <p:cNvSpPr/>
          <p:nvPr/>
        </p:nvSpPr>
        <p:spPr>
          <a:xfrm>
            <a:off x="685800" y="2514600"/>
            <a:ext cx="10820400" cy="7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국내 피지컬AI 시장 동향 보고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AA9FD2-F28E-9A64-9BA0-CB47D3709806}"/>
              </a:ext>
            </a:extLst>
          </p:cNvPr>
          <p:cNvSpPr/>
          <p:nvPr/>
        </p:nvSpPr>
        <p:spPr>
          <a:xfrm>
            <a:off x="685800" y="3400800"/>
            <a:ext cx="10820400" cy="4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rgbClr val="6E7789"/>
                </a:solidFill>
                <a:effectLst/>
                <a:latin typeface="Calibri" panose="020F0502020204030204" pitchFamily="34" charset="0"/>
              </a:rPr>
              <a:t>2025.09 – 2026.09 · 경영진 요약</a:t>
            </a: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8533EA-1FE0-5E16-77DB-14C64BB4C5D0}"/>
              </a:ext>
            </a:extLst>
          </p:cNvPr>
          <p:cNvSpPr/>
          <p:nvPr/>
        </p:nvSpPr>
        <p:spPr>
          <a:xfrm>
            <a:off x="685800" y="5943600"/>
            <a:ext cx="10820400" cy="3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6F7689"/>
                </a:solidFill>
                <a:effectLst/>
                <a:latin typeface="Calibri" panose="020F0502020204030204" pitchFamily="34" charset="0"/>
              </a:rPr>
              <a:t>우리 회사 내부 전략 검토용 · 작성: Copilot Cowork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03673E-9DEB-C22C-E32F-354C9F87FBBA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실제 성장은 완만하나, 대기업은 이미 피지컬AI로 전략을 전환하고 있다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CB6DD7-B10E-5E7E-8EFA-E4188EE91489}"/>
              </a:ext>
            </a:extLst>
          </p:cNvPr>
          <p:cNvSpPr/>
          <p:nvPr/>
        </p:nvSpPr>
        <p:spPr>
          <a:xfrm>
            <a:off x="685800" y="1950720"/>
            <a:ext cx="10820400" cy="32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8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시장 규모: 2024년 국내 로봇산업 매출 6조 1,695억원, 전년 대비 3.2% 성장(제조업 중심, 여전히 파편화)</a:t>
            </a:r>
          </a:p>
          <a:p>
            <a:pPr>
              <a:buNone/>
            </a:pPr>
            <a:r>
              <a:rPr lang="en-US" sz="18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8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경쟁 구도: 현대차·삼성·LG·두산·레인보우로보틱스가 CEO 직속 조직 신설, 수천억~조원 단위 투자로 재편</a:t>
            </a:r>
          </a:p>
          <a:p>
            <a:pPr>
              <a:buNone/>
            </a:pPr>
            <a:r>
              <a:rPr lang="en-US" sz="18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8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정책: K-휴머노이드 연합(1조원+ 투자), AI기본법 시행(2026.1) 등 정부가 적극 지원 국면</a:t>
            </a:r>
          </a:p>
          <a:p>
            <a:pPr>
              <a:buNone/>
            </a:pPr>
            <a:r>
              <a:rPr lang="en-US" sz="18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8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사내 갭: SharePoint 전수조사 결과 피지컬AI 관련 시장분석·영업자료 전무 — 인지적 공백 존재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770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506542F-405B-C17F-86E5-E3D102ABD5D3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국내 로봇산업은 3.2% 성장했지만, 해외 전망치는 정의에 따라 최대 9배까지 차이가 난다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CE5714-68D7-1D93-79D9-619C0C5DAF11}"/>
              </a:ext>
            </a:extLst>
          </p:cNvPr>
          <p:cNvSpPr/>
          <p:nvPr/>
        </p:nvSpPr>
        <p:spPr>
          <a:xfrm>
            <a:off x="457200" y="1950720"/>
            <a:ext cx="3606800" cy="8077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₩6.17조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08A2ED-A9D8-5319-0284-3F6250ECF4F1}"/>
              </a:ext>
            </a:extLst>
          </p:cNvPr>
          <p:cNvSpPr/>
          <p:nvPr/>
        </p:nvSpPr>
        <p:spPr>
          <a:xfrm>
            <a:off x="457200" y="2895600"/>
            <a:ext cx="3606800" cy="7772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A5568"/>
                </a:solidFill>
                <a:effectLst/>
                <a:latin typeface="Calibri" panose="020F0502020204030204" pitchFamily="34" charset="0"/>
              </a:rPr>
              <a:t>2024년 국내 로봇산업 매출 (전년 대비 +3.2%)</a:t>
            </a:r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94C377-EEC6-8852-7A48-6D442DEF75EB}"/>
              </a:ext>
            </a:extLst>
          </p:cNvPr>
          <p:cNvSpPr/>
          <p:nvPr/>
        </p:nvSpPr>
        <p:spPr>
          <a:xfrm>
            <a:off x="4292600" y="1950720"/>
            <a:ext cx="3606800" cy="8077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>
                <a:solidFill>
                  <a:srgbClr val="2F6FED"/>
                </a:solidFill>
                <a:effectLst/>
                <a:latin typeface="Trebuchet MS" panose="020B0603020202020204" pitchFamily="34" charset="0"/>
              </a:rPr>
              <a:t>47.9%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3C9FF3-4186-789A-B55C-7DFBB3EA0A91}"/>
              </a:ext>
            </a:extLst>
          </p:cNvPr>
          <p:cNvSpPr/>
          <p:nvPr/>
        </p:nvSpPr>
        <p:spPr>
          <a:xfrm>
            <a:off x="4292600" y="2895600"/>
            <a:ext cx="3606800" cy="7772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A5568"/>
                </a:solidFill>
                <a:effectLst/>
                <a:latin typeface="Calibri" panose="020F0502020204030204" pitchFamily="34" charset="0"/>
              </a:rPr>
              <a:t>SK 피지컬AI 시장 연평균 성장률 전망(MarketsandMarkets, 2026→2031)</a:t>
            </a:r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9B6C646-5DB2-60F0-40B8-1D252653AC6F}"/>
              </a:ext>
            </a:extLst>
          </p:cNvPr>
          <p:cNvSpPr/>
          <p:nvPr/>
        </p:nvSpPr>
        <p:spPr>
          <a:xfrm>
            <a:off x="8128000" y="1950720"/>
            <a:ext cx="3606800" cy="8077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>
                <a:solidFill>
                  <a:srgbClr val="00866C"/>
                </a:solidFill>
                <a:effectLst/>
                <a:latin typeface="Trebuchet MS" panose="020B0603020202020204" pitchFamily="34" charset="0"/>
              </a:rPr>
              <a:t>9배</a:t>
            </a:r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12EC78-90A2-AF71-1644-21F4B6A71C61}"/>
              </a:ext>
            </a:extLst>
          </p:cNvPr>
          <p:cNvSpPr/>
          <p:nvPr/>
        </p:nvSpPr>
        <p:spPr>
          <a:xfrm>
            <a:off x="8128000" y="2895600"/>
            <a:ext cx="3606800" cy="7772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A5568"/>
                </a:solidFill>
                <a:effectLst/>
                <a:latin typeface="Calibri" panose="020F0502020204030204" pitchFamily="34" charset="0"/>
              </a:rPr>
              <a:t>2026년 한국 휴머노이드 시장 추정치 격차(MnM vs GVR)</a:t>
            </a: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9C6C59-B5C3-C07F-B6F4-ADE33E7E10C3}"/>
              </a:ext>
            </a:extLst>
          </p:cNvPr>
          <p:cNvSpPr/>
          <p:nvPr/>
        </p:nvSpPr>
        <p:spPr>
          <a:xfrm>
            <a:off x="457200" y="5943600"/>
            <a:ext cx="10820400" cy="35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>
                <a:solidFill>
                  <a:srgbClr val="4A5568"/>
                </a:solidFill>
                <a:effectLst/>
                <a:latin typeface="Calibri" panose="020F0502020204030204" pitchFamily="34" charset="0"/>
              </a:rPr>
              <a:t>Source: KIRIA 로봇산업실태조사(2025-12-29); MarketsandMarkets, Grand View Research(2026)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68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5F52911-69C6-5650-AFAA-9CC9F0AA38A6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5대 경쟁사는 하드웨어 대기업부터 소프트웨어 플랫폼까지 전 영역을 장악하고 있다</a:t>
            </a:r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D4B92B-4ED4-4884-885F-3BD308A03F16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1950720"/>
          <a:ext cx="8127999" cy="4114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5121038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32925016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7815282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기업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핵심 포지셔닝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가격·비즈니스 모델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644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현대차(보스턴다이내믹스)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휴머노이드 생산 선도, 2028년 연 3만대 양산 목표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사내 우선 배치, 가격 비공개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94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삼성전자(+레인보우로보틱스)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반도체·자본 기반 패스트팔로워, 제조→B2B→B2C 확장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볼리 렌탈·구독 모델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87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LG전자(+베어로보틱스)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국내 상업용 서비스로봇 1위(Servi)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구독형 RaaS 요금제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70639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두산로보틱스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국내 협동로봇(코봇) 1위, 수출 중심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B2B 견적 기반, 일부 RaaS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15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레인보우로보틱스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국내 유일 휴머노이드 전문기업(삼성 계열)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상용화 2027~2030년 목표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420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0930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32A64E0-B0ED-5A8A-E891-8EAB3124E9A9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현대차는 휴머노이드 양산을, 삼성은 반도체·자본 시너지를 무기로 삼는다</a:t>
            </a:r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CADD4B1-818F-F1BA-4B8F-F7852645D52F}"/>
              </a:ext>
            </a:extLst>
          </p:cNvPr>
          <p:cNvSpPr/>
          <p:nvPr/>
        </p:nvSpPr>
        <p:spPr>
          <a:xfrm>
            <a:off x="457200" y="1828800"/>
            <a:ext cx="5524500" cy="3600000"/>
          </a:xfrm>
          <a:prstGeom prst="rect">
            <a:avLst/>
          </a:prstGeom>
          <a:solidFill>
            <a:srgbClr val="F4F6FA"/>
          </a:solidFill>
          <a:ln w="12700">
            <a:solidFill>
              <a:srgbClr val="1E2761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862612-0571-AAEC-5F4F-A144178E9387}"/>
              </a:ext>
            </a:extLst>
          </p:cNvPr>
          <p:cNvSpPr/>
          <p:nvPr/>
        </p:nvSpPr>
        <p:spPr>
          <a:xfrm>
            <a:off x="6210300" y="1828800"/>
            <a:ext cx="5524500" cy="3600000"/>
          </a:xfrm>
          <a:prstGeom prst="rect">
            <a:avLst/>
          </a:prstGeom>
          <a:solidFill>
            <a:srgbClr val="F4F6FA"/>
          </a:solidFill>
          <a:ln w="12700">
            <a:solidFill>
              <a:srgbClr val="1E2761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CF1D9C-3075-F173-B8FB-EABAFC9E5E0E}"/>
              </a:ext>
            </a:extLst>
          </p:cNvPr>
          <p:cNvSpPr/>
          <p:nvPr/>
        </p:nvSpPr>
        <p:spPr>
          <a:xfrm>
            <a:off x="685800" y="2057400"/>
            <a:ext cx="50673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현대차그룹 · 보스턴다이내믹스</a:t>
            </a:r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503B9E5-34F4-769A-FC37-D3F4131508F1}"/>
              </a:ext>
            </a:extLst>
          </p:cNvPr>
          <p:cNvSpPr/>
          <p:nvPr/>
        </p:nvSpPr>
        <p:spPr>
          <a:xfrm>
            <a:off x="685800" y="2514600"/>
            <a:ext cx="506730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2028년부터 Atlas 연 3만대 생산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조지아 Metaplant에서 Atlas PoC 이미 가동 중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소프트뱅크 잔여지분 인수, 나스닥 IPO 유력</a:t>
            </a:r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93A0941-1C69-A1F6-9B4A-D1C532F2F89A}"/>
              </a:ext>
            </a:extLst>
          </p:cNvPr>
          <p:cNvSpPr/>
          <p:nvPr/>
        </p:nvSpPr>
        <p:spPr>
          <a:xfrm>
            <a:off x="6438900" y="2057400"/>
            <a:ext cx="50673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삼성전자 · 레인보우로보틱스</a:t>
            </a:r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C5928B9-F6CA-41AF-E3DC-1A0979E363EC}"/>
              </a:ext>
            </a:extLst>
          </p:cNvPr>
          <p:cNvSpPr/>
          <p:nvPr/>
        </p:nvSpPr>
        <p:spPr>
          <a:xfrm>
            <a:off x="6438900" y="2514600"/>
            <a:ext cx="506730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RX사업추진실 신설(2026.7), CEO 직속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제조용 휴머노이드 → B2B → B2C 확장 전략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레인보우 지분 35%, AI반도체·SmartThings 시너지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079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C17EBA17-EF26-2F88-F574-CB62FFBBBC87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LG는 서비스로봇, 두산은 협동로봇 선두를 유지하며 네이버는 로봇 OS를 노린다</a:t>
            </a:r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8989623-DAE7-00D6-2B01-D29BAD5FD4D4}"/>
              </a:ext>
            </a:extLst>
          </p:cNvPr>
          <p:cNvSpPr/>
          <p:nvPr/>
        </p:nvSpPr>
        <p:spPr>
          <a:xfrm>
            <a:off x="457200" y="1828800"/>
            <a:ext cx="3606800" cy="3800000"/>
          </a:xfrm>
          <a:prstGeom prst="rect">
            <a:avLst/>
          </a:prstGeom>
          <a:solidFill>
            <a:srgbClr val="F4F6FA"/>
          </a:solidFill>
          <a:ln w="12700">
            <a:solidFill>
              <a:srgbClr val="1E2761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F5C512-9B9F-A114-1439-A43416F3D04F}"/>
              </a:ext>
            </a:extLst>
          </p:cNvPr>
          <p:cNvSpPr/>
          <p:nvPr/>
        </p:nvSpPr>
        <p:spPr>
          <a:xfrm>
            <a:off x="4292600" y="1828800"/>
            <a:ext cx="3606800" cy="3800000"/>
          </a:xfrm>
          <a:prstGeom prst="rect">
            <a:avLst/>
          </a:prstGeom>
          <a:solidFill>
            <a:srgbClr val="F4F6FA"/>
          </a:solidFill>
          <a:ln w="12700">
            <a:solidFill>
              <a:srgbClr val="1E2761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149CB34-42E5-76F7-D64C-6573F3097870}"/>
              </a:ext>
            </a:extLst>
          </p:cNvPr>
          <p:cNvSpPr/>
          <p:nvPr/>
        </p:nvSpPr>
        <p:spPr>
          <a:xfrm>
            <a:off x="8128000" y="1828800"/>
            <a:ext cx="3606800" cy="3800000"/>
          </a:xfrm>
          <a:prstGeom prst="rect">
            <a:avLst/>
          </a:prstGeom>
          <a:solidFill>
            <a:srgbClr val="F4F6FA"/>
          </a:solidFill>
          <a:ln w="12700">
            <a:solidFill>
              <a:srgbClr val="1E2761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35D5E1A-78DC-8EA4-A432-6EE40D296608}"/>
              </a:ext>
            </a:extLst>
          </p:cNvPr>
          <p:cNvSpPr/>
          <p:nvPr/>
        </p:nvSpPr>
        <p:spPr>
          <a:xfrm>
            <a:off x="617220" y="2057400"/>
            <a:ext cx="3443860" cy="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LG전자 · 베어로보틱스</a:t>
            </a:r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47D8D26-21FB-D53C-4164-255A1961D3B2}"/>
              </a:ext>
            </a:extLst>
          </p:cNvPr>
          <p:cNvSpPr/>
          <p:nvPr/>
        </p:nvSpPr>
        <p:spPr>
          <a:xfrm>
            <a:off x="617220" y="2757400"/>
            <a:ext cx="344386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국내 상업용 서비스로봇 1위(Servi)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베어로보틱스 지분 51% 인수, CLOi 통합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구독형 RaaS 요금제 제공</a:t>
            </a:r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3040F0-5F2E-5F48-9AC9-25938BACCB67}"/>
              </a:ext>
            </a:extLst>
          </p:cNvPr>
          <p:cNvSpPr/>
          <p:nvPr/>
        </p:nvSpPr>
        <p:spPr>
          <a:xfrm>
            <a:off x="4452620" y="2057400"/>
            <a:ext cx="3443860" cy="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두산로보틱스</a:t>
            </a:r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179E3FE-B6CD-0056-4199-6E34E8A391D8}"/>
              </a:ext>
            </a:extLst>
          </p:cNvPr>
          <p:cNvSpPr/>
          <p:nvPr/>
        </p:nvSpPr>
        <p:spPr>
          <a:xfrm>
            <a:off x="4452620" y="2757400"/>
            <a:ext cx="344386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국내 협동로봇(코봇) 1위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북미·유럽 수출 중심, ONExia 인수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2025년 매출 -29.6%, 적자 지속중</a:t>
            </a:r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D82106-0DE4-D664-79AC-4E9BD619BBE0}"/>
              </a:ext>
            </a:extLst>
          </p:cNvPr>
          <p:cNvSpPr/>
          <p:nvPr/>
        </p:nvSpPr>
        <p:spPr>
          <a:xfrm>
            <a:off x="8288020" y="2057400"/>
            <a:ext cx="3443860" cy="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네이버랩스</a:t>
            </a:r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3537B4-F55D-F48F-16D1-C5E6D9DFD46A}"/>
              </a:ext>
            </a:extLst>
          </p:cNvPr>
          <p:cNvSpPr/>
          <p:nvPr/>
        </p:nvSpPr>
        <p:spPr>
          <a:xfrm>
            <a:off x="8288020" y="2757400"/>
            <a:ext cx="344386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하드웨어 아닌 소프트웨어·OS 지향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ARC+ARCBRAIN Flow 로봇 플랫폼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"로봇계의 안드로이드" 전략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683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B30A05FD-0A83-99C6-3302-DFA0CE6D3D9B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정부는 K-휴머노이드 연합부터 AI기본법까지 12개월간 정책을 촘촘히 쌓았다</a:t>
            </a:r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AF3588A-CAD1-3021-A307-D7E76D8556FC}"/>
              </a:ext>
            </a:extLst>
          </p:cNvPr>
          <p:cNvSpPr/>
          <p:nvPr/>
        </p:nvSpPr>
        <p:spPr>
          <a:xfrm>
            <a:off x="457200" y="3400000"/>
            <a:ext cx="11277600" cy="45720"/>
          </a:xfrm>
          <a:prstGeom prst="rect">
            <a:avLst/>
          </a:prstGeom>
          <a:solidFill>
            <a:srgbClr val="D9DEE8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59D0F3A-B692-F0F1-37AC-B7679532EAD8}"/>
              </a:ext>
            </a:extLst>
          </p:cNvPr>
          <p:cNvSpPr/>
          <p:nvPr/>
        </p:nvSpPr>
        <p:spPr>
          <a:xfrm>
            <a:off x="1666900" y="3200000"/>
            <a:ext cx="400000" cy="400000"/>
          </a:xfrm>
          <a:prstGeom prst="ellipse">
            <a:avLst/>
          </a:prstGeom>
          <a:solidFill>
            <a:srgbClr val="1E2761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F1598E9-3543-7F3C-5DDB-73C2F22D2D8B}"/>
              </a:ext>
            </a:extLst>
          </p:cNvPr>
          <p:cNvSpPr/>
          <p:nvPr/>
        </p:nvSpPr>
        <p:spPr>
          <a:xfrm>
            <a:off x="4486300" y="3200000"/>
            <a:ext cx="400000" cy="400000"/>
          </a:xfrm>
          <a:prstGeom prst="ellipse">
            <a:avLst/>
          </a:prstGeom>
          <a:solidFill>
            <a:srgbClr val="2F6FED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F84FB38-459D-5CC3-75ED-5C816A790309}"/>
              </a:ext>
            </a:extLst>
          </p:cNvPr>
          <p:cNvSpPr/>
          <p:nvPr/>
        </p:nvSpPr>
        <p:spPr>
          <a:xfrm>
            <a:off x="7305700" y="3200000"/>
            <a:ext cx="400000" cy="400000"/>
          </a:xfrm>
          <a:prstGeom prst="ellipse">
            <a:avLst/>
          </a:prstGeom>
          <a:solidFill>
            <a:srgbClr val="00B894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DDC03C0-152E-EB70-6117-2BBA97C4B260}"/>
              </a:ext>
            </a:extLst>
          </p:cNvPr>
          <p:cNvSpPr/>
          <p:nvPr/>
        </p:nvSpPr>
        <p:spPr>
          <a:xfrm>
            <a:off x="10125100" y="3200000"/>
            <a:ext cx="400000" cy="400000"/>
          </a:xfrm>
          <a:prstGeom prst="ellipse">
            <a:avLst/>
          </a:prstGeom>
          <a:solidFill>
            <a:srgbClr val="1E2761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F04D8B0-C8A3-BFC3-8BFE-D02B9ECE61EC}"/>
              </a:ext>
            </a:extLst>
          </p:cNvPr>
          <p:cNvSpPr/>
          <p:nvPr/>
        </p:nvSpPr>
        <p:spPr>
          <a:xfrm>
            <a:off x="766900" y="2600000"/>
            <a:ext cx="22000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2025.04</a:t>
            </a:r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6EB8C4D-A652-8BEE-715D-7BAEA4B2F629}"/>
              </a:ext>
            </a:extLst>
          </p:cNvPr>
          <p:cNvSpPr/>
          <p:nvPr/>
        </p:nvSpPr>
        <p:spPr>
          <a:xfrm>
            <a:off x="3586300" y="2600000"/>
            <a:ext cx="22000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2F6FED"/>
                </a:solidFill>
                <a:effectLst/>
                <a:latin typeface="Trebuchet MS" panose="020B0603020202020204" pitchFamily="34" charset="0"/>
              </a:rPr>
              <a:t>2026.01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35D3408-FADD-91DD-57CC-832176E041C6}"/>
              </a:ext>
            </a:extLst>
          </p:cNvPr>
          <p:cNvSpPr/>
          <p:nvPr/>
        </p:nvSpPr>
        <p:spPr>
          <a:xfrm>
            <a:off x="6405700" y="2600000"/>
            <a:ext cx="22000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00866C"/>
                </a:solidFill>
                <a:effectLst/>
                <a:latin typeface="Trebuchet MS" panose="020B0603020202020204" pitchFamily="34" charset="0"/>
              </a:rPr>
              <a:t>2026.03</a:t>
            </a:r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AE522B-0902-3A06-0658-8D75F877849E}"/>
              </a:ext>
            </a:extLst>
          </p:cNvPr>
          <p:cNvSpPr/>
          <p:nvPr/>
        </p:nvSpPr>
        <p:spPr>
          <a:xfrm>
            <a:off x="9225100" y="2600000"/>
            <a:ext cx="22000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2026.05</a:t>
            </a:r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E6B5651-655E-E115-BAD5-3F0B91D615D9}"/>
              </a:ext>
            </a:extLst>
          </p:cNvPr>
          <p:cNvSpPr/>
          <p:nvPr/>
        </p:nvSpPr>
        <p:spPr>
          <a:xfrm>
            <a:off x="666900" y="3900000"/>
            <a:ext cx="2400000" cy="11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A5568"/>
                </a:solidFill>
                <a:effectLst/>
                <a:latin typeface="Calibri" panose="020F0502020204030204" pitchFamily="34" charset="0"/>
              </a:rPr>
              <a:t>K-휴머노이드 연합 출범, 민관 1조원+ 투자 예고</a:t>
            </a:r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1258D06-5F27-E614-396C-A8A9DB61F0C8}"/>
              </a:ext>
            </a:extLst>
          </p:cNvPr>
          <p:cNvSpPr/>
          <p:nvPr/>
        </p:nvSpPr>
        <p:spPr>
          <a:xfrm>
            <a:off x="3486300" y="3900000"/>
            <a:ext cx="2400000" cy="11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A5568"/>
                </a:solidFill>
                <a:effectLst/>
                <a:latin typeface="Calibri" panose="020F0502020204030204" pitchFamily="34" charset="0"/>
              </a:rPr>
              <a:t>AI기본법 시행, 세계 최초 포괄적 AI법률</a:t>
            </a:r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60C6245-8659-F37A-E9F1-58F1F3E50486}"/>
              </a:ext>
            </a:extLst>
          </p:cNvPr>
          <p:cNvSpPr/>
          <p:nvPr/>
        </p:nvSpPr>
        <p:spPr>
          <a:xfrm>
            <a:off x="6305700" y="3900000"/>
            <a:ext cx="2400000" cy="11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A5568"/>
                </a:solidFill>
                <a:effectLst/>
                <a:latin typeface="Calibri" panose="020F0502020204030204" pitchFamily="34" charset="0"/>
              </a:rPr>
              <a:t>AI로봇 M.AX 얼라이언스 라운드테이블</a:t>
            </a:r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A3DAFC3-F9AA-69A6-709A-CE08F8D789B1}"/>
              </a:ext>
            </a:extLst>
          </p:cNvPr>
          <p:cNvSpPr/>
          <p:nvPr/>
        </p:nvSpPr>
        <p:spPr>
          <a:xfrm>
            <a:off x="9125100" y="3900000"/>
            <a:ext cx="2400000" cy="11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A5568"/>
                </a:solidFill>
                <a:effectLst/>
                <a:latin typeface="Calibri" panose="020F0502020204030204" pitchFamily="34" charset="0"/>
              </a:rPr>
              <a:t>로봇산업기술개발사업 공고, 예산 구체화</a:t>
            </a:r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5DBB07D-0D9B-0F8F-7D14-335C58432EAD}"/>
              </a:ext>
            </a:extLst>
          </p:cNvPr>
          <p:cNvSpPr/>
          <p:nvPr/>
        </p:nvSpPr>
        <p:spPr>
          <a:xfrm>
            <a:off x="685800" y="5400000"/>
            <a:ext cx="10820400" cy="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정부 자체 조사: 규제적 애로의 67.2%가 과잉규제가 아닌 법령·표준 부재 — 현재는 규제보다 장려·지원 중심 국면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12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97A06EA1-84E8-5A52-3602-DCC442C12143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VLA 파운데이션모델, 온디바이스 반도체, RaaS가 3대 기술 축이다</a:t>
            </a:r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572E9E9-9067-ED0B-F9D3-35C6570AA34D}"/>
              </a:ext>
            </a:extLst>
          </p:cNvPr>
          <p:cNvSpPr/>
          <p:nvPr/>
        </p:nvSpPr>
        <p:spPr>
          <a:xfrm>
            <a:off x="457200" y="1828800"/>
            <a:ext cx="3606800" cy="3800000"/>
          </a:xfrm>
          <a:prstGeom prst="rect">
            <a:avLst/>
          </a:prstGeom>
          <a:solidFill>
            <a:srgbClr val="F4F6FA"/>
          </a:solidFill>
          <a:ln w="12700">
            <a:solidFill>
              <a:srgbClr val="1E2761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7E0E74F-9528-4915-6CDE-0B7B5B76FBBC}"/>
              </a:ext>
            </a:extLst>
          </p:cNvPr>
          <p:cNvSpPr/>
          <p:nvPr/>
        </p:nvSpPr>
        <p:spPr>
          <a:xfrm>
            <a:off x="4292600" y="1828800"/>
            <a:ext cx="3606800" cy="3800000"/>
          </a:xfrm>
          <a:prstGeom prst="rect">
            <a:avLst/>
          </a:prstGeom>
          <a:solidFill>
            <a:srgbClr val="F4F6FA"/>
          </a:solidFill>
          <a:ln w="12700">
            <a:solidFill>
              <a:srgbClr val="1E2761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DC82D9A-A2ED-626E-A77A-5440B5536757}"/>
              </a:ext>
            </a:extLst>
          </p:cNvPr>
          <p:cNvSpPr/>
          <p:nvPr/>
        </p:nvSpPr>
        <p:spPr>
          <a:xfrm>
            <a:off x="8128000" y="1828800"/>
            <a:ext cx="3606800" cy="3800000"/>
          </a:xfrm>
          <a:prstGeom prst="rect">
            <a:avLst/>
          </a:prstGeom>
          <a:solidFill>
            <a:srgbClr val="F4F6FA"/>
          </a:solidFill>
          <a:ln w="12700">
            <a:solidFill>
              <a:srgbClr val="1E2761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ABABD9E-05F7-D370-80FD-AD1DDAC48713}"/>
              </a:ext>
            </a:extLst>
          </p:cNvPr>
          <p:cNvSpPr/>
          <p:nvPr/>
        </p:nvSpPr>
        <p:spPr>
          <a:xfrm>
            <a:off x="617220" y="2057400"/>
            <a:ext cx="3443860" cy="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VLA 파운데이션모델</a:t>
            </a:r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8FDF935-A8B5-DF8F-F0DE-67F82B5D495E}"/>
              </a:ext>
            </a:extLst>
          </p:cNvPr>
          <p:cNvSpPr/>
          <p:nvPr/>
        </p:nvSpPr>
        <p:spPr>
          <a:xfrm>
            <a:off x="617220" y="2757400"/>
            <a:ext cx="344386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LLM→VLM→시각-언어-행동(VLA) 모델로 진화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제조업특화 대형행동모델(LBM) 구축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휴머노이드 실제 공장 라인에 배치 시작</a:t>
            </a:r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9A09FB-CBB8-F944-34D7-99AC04759C6A}"/>
              </a:ext>
            </a:extLst>
          </p:cNvPr>
          <p:cNvSpPr/>
          <p:nvPr/>
        </p:nvSpPr>
        <p:spPr>
          <a:xfrm>
            <a:off x="4452620" y="2057400"/>
            <a:ext cx="3443860" cy="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온디바이스 AI 반도체</a:t>
            </a:r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58BD748-33E3-EB02-5BDA-5678EA1BA180}"/>
              </a:ext>
            </a:extLst>
          </p:cNvPr>
          <p:cNvSpPr/>
          <p:nvPr/>
        </p:nvSpPr>
        <p:spPr>
          <a:xfrm>
            <a:off x="4452620" y="2757400"/>
            <a:ext cx="344386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한국 반도체 강점을 차별화 요소로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삼성·SK하이닉스 AI최적화 칩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국내화된 온디바이스 AI 칩이 해자</a:t>
            </a:r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BFB46B-C082-9EF2-EE25-CED9E0AF4FF3}"/>
              </a:ext>
            </a:extLst>
          </p:cNvPr>
          <p:cNvSpPr/>
          <p:nvPr/>
        </p:nvSpPr>
        <p:spPr>
          <a:xfrm>
            <a:off x="8288020" y="2057400"/>
            <a:ext cx="3443860" cy="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RaaS·플랫폼 비즈니스</a:t>
            </a:r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51DA82A-3A2E-B72D-C6CD-6918D0DE90A7}"/>
              </a:ext>
            </a:extLst>
          </p:cNvPr>
          <p:cNvSpPr/>
          <p:nvPr/>
        </p:nvSpPr>
        <p:spPr>
          <a:xfrm>
            <a:off x="8288020" y="2757400"/>
            <a:ext cx="344386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LG·베어 Servi 구독형(RaaS)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삼성 볼리 렌탈·구독 모델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5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네이버 ARC 로봇 OS 플랫폼 전략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280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67">
            <a:extLst>
              <a:ext uri="{FF2B5EF4-FFF2-40B4-BE49-F238E27FC236}">
                <a16:creationId xmlns:a16="http://schemas.microsoft.com/office/drawing/2014/main" id="{A526AC7E-C77F-1451-DA40-1C05085F9F30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외부는 활발히 움직이지만, 사내에는 관련 모니터링 문서가 하나도 없다</a:t>
            </a:r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74C028F-0C24-A936-A9D9-0BDEFA7122C9}"/>
              </a:ext>
            </a:extLst>
          </p:cNvPr>
          <p:cNvSpPr/>
          <p:nvPr/>
        </p:nvSpPr>
        <p:spPr>
          <a:xfrm>
            <a:off x="457200" y="1828800"/>
            <a:ext cx="5524500" cy="3600000"/>
          </a:xfrm>
          <a:prstGeom prst="rect">
            <a:avLst/>
          </a:prstGeom>
          <a:solidFill>
            <a:srgbClr val="F4F6FA"/>
          </a:solidFill>
          <a:ln w="19050">
            <a:solidFill>
              <a:srgbClr val="2F6FED">
                <a:alpha val="40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EF18708-3E31-E85E-10B3-CA3C8CE94C91}"/>
              </a:ext>
            </a:extLst>
          </p:cNvPr>
          <p:cNvSpPr/>
          <p:nvPr/>
        </p:nvSpPr>
        <p:spPr>
          <a:xfrm>
            <a:off x="6210300" y="1828800"/>
            <a:ext cx="5524500" cy="3600000"/>
          </a:xfrm>
          <a:prstGeom prst="rect">
            <a:avLst/>
          </a:prstGeom>
          <a:solidFill>
            <a:srgbClr val="F4F6FA"/>
          </a:solidFill>
          <a:ln w="19050">
            <a:solidFill>
              <a:srgbClr val="1E2761">
                <a:alpha val="40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B954AEF-B1E0-C591-AB00-2608EBF7B985}"/>
              </a:ext>
            </a:extLst>
          </p:cNvPr>
          <p:cNvSpPr/>
          <p:nvPr/>
        </p:nvSpPr>
        <p:spPr>
          <a:xfrm>
            <a:off x="685800" y="2057400"/>
            <a:ext cx="50673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b="1">
                <a:solidFill>
                  <a:srgbClr val="2F6FED"/>
                </a:solidFill>
                <a:effectLst/>
                <a:latin typeface="Trebuchet MS" panose="020B0603020202020204" pitchFamily="34" charset="0"/>
              </a:rPr>
              <a:t>외부 시각: 가속화되는 전략적 움직임</a:t>
            </a:r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4082808-2FBF-E7F0-A883-D954081588CB}"/>
              </a:ext>
            </a:extLst>
          </p:cNvPr>
          <p:cNvSpPr/>
          <p:nvPr/>
        </p:nvSpPr>
        <p:spPr>
          <a:xfrm>
            <a:off x="685800" y="2514600"/>
            <a:ext cx="506730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삼성·LG·현대차 CEO 직속 조직 일제히 신설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수천억~조원 단위 자본 투입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정부는 K-휴머노이드 연합으로 국가 전략화</a:t>
            </a:r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F24CD75-00AB-F2CA-7A6D-8572C205CFCC}"/>
              </a:ext>
            </a:extLst>
          </p:cNvPr>
          <p:cNvSpPr/>
          <p:nvPr/>
        </p:nvSpPr>
        <p:spPr>
          <a:xfrm>
            <a:off x="6438900" y="2057400"/>
            <a:ext cx="5067300" cy="4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b="1">
                <a:solidFill>
                  <a:srgbClr val="1E2761"/>
                </a:solidFill>
                <a:effectLst/>
                <a:latin typeface="Trebuchet MS" panose="020B0603020202020204" pitchFamily="34" charset="0"/>
              </a:rPr>
              <a:t>사내 인식: 공식 전략 레이더에 부재</a:t>
            </a:r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13D6489-8153-51C5-4C8D-68F9B2B30202}"/>
              </a:ext>
            </a:extLst>
          </p:cNvPr>
          <p:cNvSpPr/>
          <p:nvPr/>
        </p:nvSpPr>
        <p:spPr>
          <a:xfrm>
            <a:off x="6438900" y="2514600"/>
            <a:ext cx="5067300" cy="27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SharePoint 전수조사: 관련 시장분석·영업자료 0건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R&amp;D 투자는 섬유·웨어러블에 전액 집중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>
              <a:buNone/>
            </a:pPr>
            <a:r>
              <a:rPr lang="en-US" sz="160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▶ 경쟁사·공급망 자동화 전환 인지 지연 위험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801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DF2E2956-7E97-600A-8652-562BD88C9FC7}"/>
              </a:ext>
            </a:extLst>
          </p:cNvPr>
          <p:cNvSpPr/>
          <p:nvPr/>
        </p:nvSpPr>
        <p:spPr>
          <a:xfrm>
            <a:off x="685800" y="685800"/>
            <a:ext cx="108204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제안: 외부 시각과 사내 인지의 격차를 좁히는 3가지 액션</a:t>
            </a:r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E47C66D-96E1-04D0-F022-99F27204CD3C}"/>
              </a:ext>
            </a:extLst>
          </p:cNvPr>
          <p:cNvSpPr/>
          <p:nvPr/>
        </p:nvSpPr>
        <p:spPr>
          <a:xfrm>
            <a:off x="685800" y="1950720"/>
            <a:ext cx="10820400" cy="32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1. 시장정보팀이 피지컬AI·로보틱스를 정기 경쟁사 인텔리전스 모니터링 범위에 포함
2. 자체 제조공정 자동화에 협동로봇·AI비전 도입 타당성 검토 및 국내 공급자 파일럿 논의
3. 본 보고서를 출발점으로 분기별 피지컬AI 동향 업데이트 체계를 수립</a:t>
            </a:r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21B0F900-EC37-D48F-1B60-17BF62C073BF}"/>
              </a:ext>
            </a:extLst>
          </p:cNvPr>
          <p:cNvSpPr/>
          <p:nvPr/>
        </p:nvSpPr>
        <p:spPr>
          <a:xfrm>
            <a:off x="685800" y="5600000"/>
            <a:ext cx="10820400" cy="50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i="1">
                <a:solidFill>
                  <a:srgbClr val="6E7789"/>
                </a:solidFill>
                <a:effectLst/>
                <a:latin typeface="Calibri" panose="020F0502020204030204" pitchFamily="34" charset="0"/>
              </a:rPr>
              <a:t>피지컬AI는 더 이상 미래의 이야기가 아니다 — 지금 추적을 시작해야 한다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740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Copilot User</dc:creator>
  <cp:keywords/>
  <dc:description/>
  <cp:lastModifiedBy>Copilot User</cp:lastModifiedBy>
  <cp:revision>24</cp:revision>
  <dcterms:created xsi:type="dcterms:W3CDTF">2026-09-02T01:07:38Z</dcterms:created>
  <dcterms:modified xsi:type="dcterms:W3CDTF">2026-09-02T01:16:30Z</dcterms:modified>
  <cp:category/>
</cp:coreProperties>
</file>