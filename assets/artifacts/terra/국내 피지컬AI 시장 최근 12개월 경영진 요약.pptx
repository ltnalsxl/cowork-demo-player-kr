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457" r:id="rId3"/>
    <p:sldId id="659" r:id="rId4"/>
    <p:sldId id="862" r:id="rId5"/>
    <p:sldId id="1066" r:id="rId6"/>
    <p:sldId id="1271" r:id="rId7"/>
    <p:sldId id="1477" r:id="rId8"/>
    <p:sldId id="1684" r:id="rId9"/>
    <p:sldId id="1892" r:id="rId10"/>
    <p:sldId id="210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EF02F4-39AF-4A94-9CFB-FACE906BD742}" v="4" dt="2026-09-02T01:54:02.7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99EF02F4-39AF-4A94-9CFB-FACE906BD742}"/>
    <pc:docChg chg="mod addSld modSld modMainMaster setSldSz">
      <pc:chgData name="" userId="" providerId="" clId="Web-{99EF02F4-39AF-4A94-9CFB-FACE906BD742}" dt="2026-09-02T01:55:53.078" v="13" actId="34807"/>
      <pc:docMkLst>
        <pc:docMk/>
      </pc:docMkLst>
      <pc:sldChg chg="addSp modSp mod setBg">
        <pc:chgData name="" userId="" providerId="" clId="Web-{99EF02F4-39AF-4A94-9CFB-FACE906BD742}" dt="2026-09-02T01:54:09.653" v="4" actId="34807"/>
        <pc:sldMkLst>
          <pc:docMk/>
          <pc:sldMk cId="0" sldId="256"/>
        </pc:sldMkLst>
        <pc:spChg chg="add mod">
          <ac:chgData name="" userId="" providerId="" clId="Web-{99EF02F4-39AF-4A94-9CFB-FACE906BD742}" dt="2026-09-02T01:54:09.653" v="4" actId="34807"/>
          <ac:spMkLst>
            <pc:docMk/>
            <pc:sldMk cId="0" sldId="256"/>
            <ac:spMk id="3" creationId="{8D6E9490-AA5E-BA3F-69EF-478419C19948}"/>
          </ac:spMkLst>
        </pc:spChg>
        <pc:spChg chg="add mod">
          <ac:chgData name="" userId="" providerId="" clId="Web-{99EF02F4-39AF-4A94-9CFB-FACE906BD742}" dt="2026-09-02T01:54:09.653" v="4" actId="34807"/>
          <ac:spMkLst>
            <pc:docMk/>
            <pc:sldMk cId="0" sldId="256"/>
            <ac:spMk id="4" creationId="{C2D10633-1C8B-27CD-BE8B-1133AE942D07}"/>
          </ac:spMkLst>
        </pc:spChg>
        <pc:spChg chg="add mod">
          <ac:chgData name="" userId="" providerId="" clId="Web-{99EF02F4-39AF-4A94-9CFB-FACE906BD742}" dt="2026-09-02T01:54:09.653" v="4" actId="34807"/>
          <ac:spMkLst>
            <pc:docMk/>
            <pc:sldMk cId="0" sldId="256"/>
            <ac:spMk id="5" creationId="{7AA5470A-4BC6-D3EB-7353-A9520D439B87}"/>
          </ac:spMkLst>
        </pc:spChg>
        <pc:spChg chg="add mod">
          <ac:chgData name="" userId="" providerId="" clId="Web-{99EF02F4-39AF-4A94-9CFB-FACE906BD742}" dt="2026-09-02T01:54:09.653" v="4" actId="34807"/>
          <ac:spMkLst>
            <pc:docMk/>
            <pc:sldMk cId="0" sldId="256"/>
            <ac:spMk id="6" creationId="{F220FE0D-B00D-3373-3DE1-0AE8E65C54DF}"/>
          </ac:spMkLst>
        </pc:spChg>
        <pc:picChg chg="add">
          <ac:chgData name="" userId="" providerId="" clId="Web-{99EF02F4-39AF-4A94-9CFB-FACE906BD742}" dt="2026-09-02T01:54:02.747" v="3" actId="34807"/>
          <ac:picMkLst>
            <pc:docMk/>
            <pc:sldMk cId="0" sldId="256"/>
            <ac:picMk id="2" creationId="{CE41FB3A-D34D-A7FC-F778-E683D845520C}"/>
          </ac:picMkLst>
        </pc:picChg>
      </pc:sldChg>
      <pc:sldChg chg="addSp modSp add mod setBg">
        <pc:chgData name="" userId="" providerId="" clId="Web-{99EF02F4-39AF-4A94-9CFB-FACE906BD742}" dt="2026-09-02T01:54:23.716" v="5" actId="34807"/>
        <pc:sldMkLst>
          <pc:docMk/>
          <pc:sldMk cId="3207743236" sldId="457"/>
        </pc:sldMkLst>
        <pc:spChg chg="add mod">
          <ac:chgData name="" userId="" providerId="" clId="Web-{99EF02F4-39AF-4A94-9CFB-FACE906BD742}" dt="2026-09-02T01:54:23.716" v="5" actId="34807"/>
          <ac:spMkLst>
            <pc:docMk/>
            <pc:sldMk cId="3207743236" sldId="457"/>
            <ac:spMk id="7" creationId="{CD989A4F-1BEA-C840-9ED4-7B3505044327}"/>
          </ac:spMkLst>
        </pc:spChg>
        <pc:spChg chg="add mod">
          <ac:chgData name="" userId="" providerId="" clId="Web-{99EF02F4-39AF-4A94-9CFB-FACE906BD742}" dt="2026-09-02T01:54:23.716" v="5" actId="34807"/>
          <ac:spMkLst>
            <pc:docMk/>
            <pc:sldMk cId="3207743236" sldId="457"/>
            <ac:spMk id="8" creationId="{A9B70F73-A6CE-9774-88C4-F0C9DE146EDE}"/>
          </ac:spMkLst>
        </pc:spChg>
        <pc:spChg chg="add mod">
          <ac:chgData name="" userId="" providerId="" clId="Web-{99EF02F4-39AF-4A94-9CFB-FACE906BD742}" dt="2026-09-02T01:54:23.716" v="5" actId="34807"/>
          <ac:spMkLst>
            <pc:docMk/>
            <pc:sldMk cId="3207743236" sldId="457"/>
            <ac:spMk id="10" creationId="{35CE108A-17EA-0CE5-AB26-2319C53511B1}"/>
          </ac:spMkLst>
        </pc:spChg>
        <pc:spChg chg="add mod">
          <ac:chgData name="" userId="" providerId="" clId="Web-{99EF02F4-39AF-4A94-9CFB-FACE906BD742}" dt="2026-09-02T01:54:23.716" v="5" actId="34807"/>
          <ac:spMkLst>
            <pc:docMk/>
            <pc:sldMk cId="3207743236" sldId="457"/>
            <ac:spMk id="11" creationId="{A5D17E12-5C94-5E56-AE81-B5EC8344F63A}"/>
          </ac:spMkLst>
        </pc:spChg>
        <pc:spChg chg="add mod">
          <ac:chgData name="" userId="" providerId="" clId="Web-{99EF02F4-39AF-4A94-9CFB-FACE906BD742}" dt="2026-09-02T01:54:23.716" v="5" actId="34807"/>
          <ac:spMkLst>
            <pc:docMk/>
            <pc:sldMk cId="3207743236" sldId="457"/>
            <ac:spMk id="12" creationId="{31393CF9-FA5E-6266-7F9C-134B6E6E8E11}"/>
          </ac:spMkLst>
        </pc:spChg>
        <pc:spChg chg="add mod">
          <ac:chgData name="" userId="" providerId="" clId="Web-{99EF02F4-39AF-4A94-9CFB-FACE906BD742}" dt="2026-09-02T01:54:23.716" v="5" actId="34807"/>
          <ac:spMkLst>
            <pc:docMk/>
            <pc:sldMk cId="3207743236" sldId="457"/>
            <ac:spMk id="13" creationId="{847B5812-98F2-49E0-035C-47A8BADC72C4}"/>
          </ac:spMkLst>
        </pc:spChg>
        <pc:spChg chg="add mod">
          <ac:chgData name="" userId="" providerId="" clId="Web-{99EF02F4-39AF-4A94-9CFB-FACE906BD742}" dt="2026-09-02T01:54:23.716" v="5" actId="34807"/>
          <ac:spMkLst>
            <pc:docMk/>
            <pc:sldMk cId="3207743236" sldId="457"/>
            <ac:spMk id="14" creationId="{6B10319B-3B26-5954-EBA2-160C365D00D3}"/>
          </ac:spMkLst>
        </pc:spChg>
        <pc:spChg chg="add mod">
          <ac:chgData name="" userId="" providerId="" clId="Web-{99EF02F4-39AF-4A94-9CFB-FACE906BD742}" dt="2026-09-02T01:54:23.716" v="5" actId="34807"/>
          <ac:spMkLst>
            <pc:docMk/>
            <pc:sldMk cId="3207743236" sldId="457"/>
            <ac:spMk id="15" creationId="{EE0411DC-8DF3-9A9B-F175-6ACEE3299BAE}"/>
          </ac:spMkLst>
        </pc:spChg>
        <pc:spChg chg="add mod">
          <ac:chgData name="" userId="" providerId="" clId="Web-{99EF02F4-39AF-4A94-9CFB-FACE906BD742}" dt="2026-09-02T01:54:23.716" v="5" actId="34807"/>
          <ac:spMkLst>
            <pc:docMk/>
            <pc:sldMk cId="3207743236" sldId="457"/>
            <ac:spMk id="16" creationId="{A51D7A46-BBE9-DDF3-0455-F8DC17C8011B}"/>
          </ac:spMkLst>
        </pc:spChg>
        <pc:spChg chg="add mod">
          <ac:chgData name="" userId="" providerId="" clId="Web-{99EF02F4-39AF-4A94-9CFB-FACE906BD742}" dt="2026-09-02T01:54:23.716" v="5" actId="34807"/>
          <ac:spMkLst>
            <pc:docMk/>
            <pc:sldMk cId="3207743236" sldId="457"/>
            <ac:spMk id="17" creationId="{E0065B54-9195-4D2D-E5A0-262DBA796737}"/>
          </ac:spMkLst>
        </pc:spChg>
      </pc:sldChg>
      <pc:sldChg chg="addSp modSp add mod setBg">
        <pc:chgData name="" userId="" providerId="" clId="Web-{99EF02F4-39AF-4A94-9CFB-FACE906BD742}" dt="2026-09-02T01:54:32.060" v="6" actId="34807"/>
        <pc:sldMkLst>
          <pc:docMk/>
          <pc:sldMk cId="2423255109" sldId="659"/>
        </pc:sldMkLst>
        <pc:spChg chg="add mod">
          <ac:chgData name="" userId="" providerId="" clId="Web-{99EF02F4-39AF-4A94-9CFB-FACE906BD742}" dt="2026-09-02T01:54:32.060" v="6" actId="34807"/>
          <ac:spMkLst>
            <pc:docMk/>
            <pc:sldMk cId="2423255109" sldId="659"/>
            <ac:spMk id="18" creationId="{C154B0C2-4857-C047-82A9-93DF7C5D658D}"/>
          </ac:spMkLst>
        </pc:spChg>
        <pc:spChg chg="add mod">
          <ac:chgData name="" userId="" providerId="" clId="Web-{99EF02F4-39AF-4A94-9CFB-FACE906BD742}" dt="2026-09-02T01:54:32.060" v="6" actId="34807"/>
          <ac:spMkLst>
            <pc:docMk/>
            <pc:sldMk cId="2423255109" sldId="659"/>
            <ac:spMk id="20" creationId="{5F798CE1-533A-0C20-5714-83F522EE2AFB}"/>
          </ac:spMkLst>
        </pc:spChg>
        <pc:spChg chg="add mod">
          <ac:chgData name="" userId="" providerId="" clId="Web-{99EF02F4-39AF-4A94-9CFB-FACE906BD742}" dt="2026-09-02T01:54:32.060" v="6" actId="34807"/>
          <ac:spMkLst>
            <pc:docMk/>
            <pc:sldMk cId="2423255109" sldId="659"/>
            <ac:spMk id="21" creationId="{0A186DF2-41DE-1D93-8C11-29FA5108450D}"/>
          </ac:spMkLst>
        </pc:spChg>
        <pc:graphicFrameChg chg="add mod">
          <ac:chgData name="" userId="" providerId="" clId="Web-{99EF02F4-39AF-4A94-9CFB-FACE906BD742}" dt="2026-09-02T01:54:32.060" v="6" actId="34807"/>
          <ac:graphicFrameMkLst>
            <pc:docMk/>
            <pc:sldMk cId="2423255109" sldId="659"/>
            <ac:graphicFrameMk id="5" creationId="{467CCAC4-2A2F-C243-1B84-0273ABCAA99B}"/>
          </ac:graphicFrameMkLst>
        </pc:graphicFrameChg>
      </pc:sldChg>
      <pc:sldChg chg="addSp modSp add mod setBg">
        <pc:chgData name="" userId="" providerId="" clId="Web-{99EF02F4-39AF-4A94-9CFB-FACE906BD742}" dt="2026-09-02T01:54:43.498" v="7" actId="34807"/>
        <pc:sldMkLst>
          <pc:docMk/>
          <pc:sldMk cId="3424952968" sldId="862"/>
        </pc:sldMkLst>
        <pc:spChg chg="add mod">
          <ac:chgData name="" userId="" providerId="" clId="Web-{99EF02F4-39AF-4A94-9CFB-FACE906BD742}" dt="2026-09-02T01:54:43.498" v="7" actId="34807"/>
          <ac:spMkLst>
            <pc:docMk/>
            <pc:sldMk cId="3424952968" sldId="862"/>
            <ac:spMk id="22" creationId="{6E7A7441-FD5A-5BEB-CDE3-95964D4A1707}"/>
          </ac:spMkLst>
        </pc:spChg>
        <pc:spChg chg="add mod">
          <ac:chgData name="" userId="" providerId="" clId="Web-{99EF02F4-39AF-4A94-9CFB-FACE906BD742}" dt="2026-09-02T01:54:43.498" v="7" actId="34807"/>
          <ac:spMkLst>
            <pc:docMk/>
            <pc:sldMk cId="3424952968" sldId="862"/>
            <ac:spMk id="23" creationId="{381FB69A-1FC1-73F1-E6D8-3C73C9141E12}"/>
          </ac:spMkLst>
        </pc:spChg>
        <pc:spChg chg="add mod">
          <ac:chgData name="" userId="" providerId="" clId="Web-{99EF02F4-39AF-4A94-9CFB-FACE906BD742}" dt="2026-09-02T01:54:43.498" v="7" actId="34807"/>
          <ac:spMkLst>
            <pc:docMk/>
            <pc:sldMk cId="3424952968" sldId="862"/>
            <ac:spMk id="24" creationId="{382360EE-5CC9-E224-234F-1AA1DB428FDD}"/>
          </ac:spMkLst>
        </pc:spChg>
        <pc:spChg chg="add mod">
          <ac:chgData name="" userId="" providerId="" clId="Web-{99EF02F4-39AF-4A94-9CFB-FACE906BD742}" dt="2026-09-02T01:54:43.498" v="7" actId="34807"/>
          <ac:spMkLst>
            <pc:docMk/>
            <pc:sldMk cId="3424952968" sldId="862"/>
            <ac:spMk id="25" creationId="{DB2B821F-BF37-BAC4-DE94-B3FA43799823}"/>
          </ac:spMkLst>
        </pc:spChg>
        <pc:spChg chg="add mod">
          <ac:chgData name="" userId="" providerId="" clId="Web-{99EF02F4-39AF-4A94-9CFB-FACE906BD742}" dt="2026-09-02T01:54:43.498" v="7" actId="34807"/>
          <ac:spMkLst>
            <pc:docMk/>
            <pc:sldMk cId="3424952968" sldId="862"/>
            <ac:spMk id="26" creationId="{1B616A3C-B6FB-BDFF-5254-96281947D9FC}"/>
          </ac:spMkLst>
        </pc:spChg>
        <pc:spChg chg="add mod">
          <ac:chgData name="" userId="" providerId="" clId="Web-{99EF02F4-39AF-4A94-9CFB-FACE906BD742}" dt="2026-09-02T01:54:43.498" v="7" actId="34807"/>
          <ac:spMkLst>
            <pc:docMk/>
            <pc:sldMk cId="3424952968" sldId="862"/>
            <ac:spMk id="27" creationId="{7C19BAA7-AE87-4895-6DFC-3742DB66E0E1}"/>
          </ac:spMkLst>
        </pc:spChg>
        <pc:spChg chg="add mod">
          <ac:chgData name="" userId="" providerId="" clId="Web-{99EF02F4-39AF-4A94-9CFB-FACE906BD742}" dt="2026-09-02T01:54:43.498" v="7" actId="34807"/>
          <ac:spMkLst>
            <pc:docMk/>
            <pc:sldMk cId="3424952968" sldId="862"/>
            <ac:spMk id="28" creationId="{B1055F8C-2C55-4193-E132-71607C7B643A}"/>
          </ac:spMkLst>
        </pc:spChg>
        <pc:spChg chg="add mod">
          <ac:chgData name="" userId="" providerId="" clId="Web-{99EF02F4-39AF-4A94-9CFB-FACE906BD742}" dt="2026-09-02T01:54:43.498" v="7" actId="34807"/>
          <ac:spMkLst>
            <pc:docMk/>
            <pc:sldMk cId="3424952968" sldId="862"/>
            <ac:spMk id="29" creationId="{DAD43298-F7F1-75F4-EFFE-C8404D4D07D6}"/>
          </ac:spMkLst>
        </pc:spChg>
      </pc:sldChg>
      <pc:sldChg chg="addSp modSp add mod setBg">
        <pc:chgData name="" userId="" providerId="" clId="Web-{99EF02F4-39AF-4A94-9CFB-FACE906BD742}" dt="2026-09-02T01:54:51.967" v="8" actId="34807"/>
        <pc:sldMkLst>
          <pc:docMk/>
          <pc:sldMk cId="545314813" sldId="1066"/>
        </pc:sldMkLst>
        <pc:spChg chg="add mod">
          <ac:chgData name="" userId="" providerId="" clId="Web-{99EF02F4-39AF-4A94-9CFB-FACE906BD742}" dt="2026-09-02T01:54:51.967" v="8" actId="34807"/>
          <ac:spMkLst>
            <pc:docMk/>
            <pc:sldMk cId="545314813" sldId="1066"/>
            <ac:spMk id="30" creationId="{CE5AAD50-014E-FD93-6209-C982F6C8DE77}"/>
          </ac:spMkLst>
        </pc:spChg>
        <pc:spChg chg="add mod">
          <ac:chgData name="" userId="" providerId="" clId="Web-{99EF02F4-39AF-4A94-9CFB-FACE906BD742}" dt="2026-09-02T01:54:51.967" v="8" actId="34807"/>
          <ac:spMkLst>
            <pc:docMk/>
            <pc:sldMk cId="545314813" sldId="1066"/>
            <ac:spMk id="32" creationId="{002F9643-5482-0E92-9967-CA63A3231B65}"/>
          </ac:spMkLst>
        </pc:spChg>
        <pc:graphicFrameChg chg="add mod">
          <ac:chgData name="" userId="" providerId="" clId="Web-{99EF02F4-39AF-4A94-9CFB-FACE906BD742}" dt="2026-09-02T01:54:51.967" v="8" actId="34807"/>
          <ac:graphicFrameMkLst>
            <pc:docMk/>
            <pc:sldMk cId="545314813" sldId="1066"/>
            <ac:graphicFrameMk id="5" creationId="{959E73D8-D902-41B1-B645-326A56E25FB9}"/>
          </ac:graphicFrameMkLst>
        </pc:graphicFrameChg>
      </pc:sldChg>
      <pc:sldChg chg="addSp modSp add mod setBg">
        <pc:chgData name="" userId="" providerId="" clId="Web-{99EF02F4-39AF-4A94-9CFB-FACE906BD742}" dt="2026-09-02T01:55:01.779" v="9" actId="34807"/>
        <pc:sldMkLst>
          <pc:docMk/>
          <pc:sldMk cId="3281936724" sldId="1271"/>
        </pc:sldMkLst>
        <pc:spChg chg="add mod">
          <ac:chgData name="" userId="" providerId="" clId="Web-{99EF02F4-39AF-4A94-9CFB-FACE906BD742}" dt="2026-09-02T01:55:01.779" v="9" actId="34807"/>
          <ac:spMkLst>
            <pc:docMk/>
            <pc:sldMk cId="3281936724" sldId="1271"/>
            <ac:spMk id="33" creationId="{3ABEC4FC-0355-ABEC-0270-373AEE738B5E}"/>
          </ac:spMkLst>
        </pc:spChg>
        <pc:spChg chg="add mod">
          <ac:chgData name="" userId="" providerId="" clId="Web-{99EF02F4-39AF-4A94-9CFB-FACE906BD742}" dt="2026-09-02T01:55:01.779" v="9" actId="34807"/>
          <ac:spMkLst>
            <pc:docMk/>
            <pc:sldMk cId="3281936724" sldId="1271"/>
            <ac:spMk id="34" creationId="{AAAF1C52-F0D8-E361-912F-B04EF5D4EE14}"/>
          </ac:spMkLst>
        </pc:spChg>
        <pc:spChg chg="add mod">
          <ac:chgData name="" userId="" providerId="" clId="Web-{99EF02F4-39AF-4A94-9CFB-FACE906BD742}" dt="2026-09-02T01:55:01.779" v="9" actId="34807"/>
          <ac:spMkLst>
            <pc:docMk/>
            <pc:sldMk cId="3281936724" sldId="1271"/>
            <ac:spMk id="35" creationId="{F16E4C09-D0E0-7A9F-1CC0-38A5C246C45A}"/>
          </ac:spMkLst>
        </pc:spChg>
        <pc:spChg chg="add mod">
          <ac:chgData name="" userId="" providerId="" clId="Web-{99EF02F4-39AF-4A94-9CFB-FACE906BD742}" dt="2026-09-02T01:55:01.779" v="9" actId="34807"/>
          <ac:spMkLst>
            <pc:docMk/>
            <pc:sldMk cId="3281936724" sldId="1271"/>
            <ac:spMk id="36" creationId="{343B65FA-03E8-C153-53C9-EB8E3329C247}"/>
          </ac:spMkLst>
        </pc:spChg>
        <pc:spChg chg="add mod">
          <ac:chgData name="" userId="" providerId="" clId="Web-{99EF02F4-39AF-4A94-9CFB-FACE906BD742}" dt="2026-09-02T01:55:01.779" v="9" actId="34807"/>
          <ac:spMkLst>
            <pc:docMk/>
            <pc:sldMk cId="3281936724" sldId="1271"/>
            <ac:spMk id="37" creationId="{D345A8E4-A75A-4C68-3276-857B91030E41}"/>
          </ac:spMkLst>
        </pc:spChg>
        <pc:spChg chg="add mod">
          <ac:chgData name="" userId="" providerId="" clId="Web-{99EF02F4-39AF-4A94-9CFB-FACE906BD742}" dt="2026-09-02T01:55:01.779" v="9" actId="34807"/>
          <ac:spMkLst>
            <pc:docMk/>
            <pc:sldMk cId="3281936724" sldId="1271"/>
            <ac:spMk id="38" creationId="{6B3BA880-864A-0EB4-64DB-15C2954ED294}"/>
          </ac:spMkLst>
        </pc:spChg>
        <pc:spChg chg="add mod">
          <ac:chgData name="" userId="" providerId="" clId="Web-{99EF02F4-39AF-4A94-9CFB-FACE906BD742}" dt="2026-09-02T01:55:01.779" v="9" actId="34807"/>
          <ac:spMkLst>
            <pc:docMk/>
            <pc:sldMk cId="3281936724" sldId="1271"/>
            <ac:spMk id="39" creationId="{FF7B9949-13D5-4C86-EB7B-F0BDDA4B1F50}"/>
          </ac:spMkLst>
        </pc:spChg>
        <pc:spChg chg="add mod">
          <ac:chgData name="" userId="" providerId="" clId="Web-{99EF02F4-39AF-4A94-9CFB-FACE906BD742}" dt="2026-09-02T01:55:01.779" v="9" actId="34807"/>
          <ac:spMkLst>
            <pc:docMk/>
            <pc:sldMk cId="3281936724" sldId="1271"/>
            <ac:spMk id="40" creationId="{2915746F-F886-0D1F-8ACC-CDE1C91E61BF}"/>
          </ac:spMkLst>
        </pc:spChg>
      </pc:sldChg>
      <pc:sldChg chg="addSp modSp add mod setBg">
        <pc:chgData name="" userId="" providerId="" clId="Web-{99EF02F4-39AF-4A94-9CFB-FACE906BD742}" dt="2026-09-02T01:55:21.749" v="10" actId="34807"/>
        <pc:sldMkLst>
          <pc:docMk/>
          <pc:sldMk cId="1362680412" sldId="1477"/>
        </pc:sldMkLst>
        <pc:spChg chg="add mod">
          <ac:chgData name="" userId="" providerId="" clId="Web-{99EF02F4-39AF-4A94-9CFB-FACE906BD742}" dt="2026-09-02T01:55:21.749" v="10" actId="34807"/>
          <ac:spMkLst>
            <pc:docMk/>
            <pc:sldMk cId="1362680412" sldId="1477"/>
            <ac:spMk id="41" creationId="{D26DB865-B2F3-2B8D-E6C5-46DF2FA100B8}"/>
          </ac:spMkLst>
        </pc:spChg>
        <pc:spChg chg="add mod">
          <ac:chgData name="" userId="" providerId="" clId="Web-{99EF02F4-39AF-4A94-9CFB-FACE906BD742}" dt="2026-09-02T01:55:21.749" v="10" actId="34807"/>
          <ac:spMkLst>
            <pc:docMk/>
            <pc:sldMk cId="1362680412" sldId="1477"/>
            <ac:spMk id="42" creationId="{813E9316-F1CF-4A16-56AB-F3C22F8BCE26}"/>
          </ac:spMkLst>
        </pc:spChg>
        <pc:spChg chg="add mod">
          <ac:chgData name="" userId="" providerId="" clId="Web-{99EF02F4-39AF-4A94-9CFB-FACE906BD742}" dt="2026-09-02T01:55:21.749" v="10" actId="34807"/>
          <ac:spMkLst>
            <pc:docMk/>
            <pc:sldMk cId="1362680412" sldId="1477"/>
            <ac:spMk id="43" creationId="{DDC0B0EE-404E-DD10-4AA8-A4C0FC3F1159}"/>
          </ac:spMkLst>
        </pc:spChg>
        <pc:spChg chg="add mod">
          <ac:chgData name="" userId="" providerId="" clId="Web-{99EF02F4-39AF-4A94-9CFB-FACE906BD742}" dt="2026-09-02T01:55:21.749" v="10" actId="34807"/>
          <ac:spMkLst>
            <pc:docMk/>
            <pc:sldMk cId="1362680412" sldId="1477"/>
            <ac:spMk id="44" creationId="{4E0DBF08-ADD1-3309-AA82-D9080A08112E}"/>
          </ac:spMkLst>
        </pc:spChg>
        <pc:spChg chg="add mod">
          <ac:chgData name="" userId="" providerId="" clId="Web-{99EF02F4-39AF-4A94-9CFB-FACE906BD742}" dt="2026-09-02T01:55:21.749" v="10" actId="34807"/>
          <ac:spMkLst>
            <pc:docMk/>
            <pc:sldMk cId="1362680412" sldId="1477"/>
            <ac:spMk id="45" creationId="{C8148CEB-3744-DA34-98C9-9AAA56A414E5}"/>
          </ac:spMkLst>
        </pc:spChg>
        <pc:spChg chg="add mod">
          <ac:chgData name="" userId="" providerId="" clId="Web-{99EF02F4-39AF-4A94-9CFB-FACE906BD742}" dt="2026-09-02T01:55:21.749" v="10" actId="34807"/>
          <ac:spMkLst>
            <pc:docMk/>
            <pc:sldMk cId="1362680412" sldId="1477"/>
            <ac:spMk id="46" creationId="{CCB3CE05-42A4-C6F0-D657-2238DED0BD17}"/>
          </ac:spMkLst>
        </pc:spChg>
        <pc:spChg chg="add mod">
          <ac:chgData name="" userId="" providerId="" clId="Web-{99EF02F4-39AF-4A94-9CFB-FACE906BD742}" dt="2026-09-02T01:55:21.749" v="10" actId="34807"/>
          <ac:spMkLst>
            <pc:docMk/>
            <pc:sldMk cId="1362680412" sldId="1477"/>
            <ac:spMk id="47" creationId="{83DAFE8A-C0D9-0BE8-621D-EDD1B5A17D74}"/>
          </ac:spMkLst>
        </pc:spChg>
        <pc:spChg chg="add mod">
          <ac:chgData name="" userId="" providerId="" clId="Web-{99EF02F4-39AF-4A94-9CFB-FACE906BD742}" dt="2026-09-02T01:55:21.749" v="10" actId="34807"/>
          <ac:spMkLst>
            <pc:docMk/>
            <pc:sldMk cId="1362680412" sldId="1477"/>
            <ac:spMk id="48" creationId="{4ADA4732-5B04-A629-7D50-4D82EB71CCF7}"/>
          </ac:spMkLst>
        </pc:spChg>
      </pc:sldChg>
      <pc:sldChg chg="addSp modSp add mod setBg">
        <pc:chgData name="" userId="" providerId="" clId="Web-{99EF02F4-39AF-4A94-9CFB-FACE906BD742}" dt="2026-09-02T01:55:32.249" v="11" actId="34807"/>
        <pc:sldMkLst>
          <pc:docMk/>
          <pc:sldMk cId="522683040" sldId="1684"/>
        </pc:sldMkLst>
        <pc:spChg chg="add mod">
          <ac:chgData name="" userId="" providerId="" clId="Web-{99EF02F4-39AF-4A94-9CFB-FACE906BD742}" dt="2026-09-02T01:55:32.249" v="11" actId="34807"/>
          <ac:spMkLst>
            <pc:docMk/>
            <pc:sldMk cId="522683040" sldId="1684"/>
            <ac:spMk id="49" creationId="{CBAB5895-1B34-FD9F-8C29-77A930CF890D}"/>
          </ac:spMkLst>
        </pc:spChg>
        <pc:spChg chg="add mod">
          <ac:chgData name="" userId="" providerId="" clId="Web-{99EF02F4-39AF-4A94-9CFB-FACE906BD742}" dt="2026-09-02T01:55:32.249" v="11" actId="34807"/>
          <ac:spMkLst>
            <pc:docMk/>
            <pc:sldMk cId="522683040" sldId="1684"/>
            <ac:spMk id="50" creationId="{2356CBF4-4378-0002-EA93-2AB035F910C6}"/>
          </ac:spMkLst>
        </pc:spChg>
        <pc:spChg chg="add mod">
          <ac:chgData name="" userId="" providerId="" clId="Web-{99EF02F4-39AF-4A94-9CFB-FACE906BD742}" dt="2026-09-02T01:55:32.249" v="11" actId="34807"/>
          <ac:spMkLst>
            <pc:docMk/>
            <pc:sldMk cId="522683040" sldId="1684"/>
            <ac:spMk id="51" creationId="{61FE55F3-CBA7-3BD0-B302-4B2D6B5BCD5F}"/>
          </ac:spMkLst>
        </pc:spChg>
        <pc:spChg chg="add mod">
          <ac:chgData name="" userId="" providerId="" clId="Web-{99EF02F4-39AF-4A94-9CFB-FACE906BD742}" dt="2026-09-02T01:55:32.249" v="11" actId="34807"/>
          <ac:spMkLst>
            <pc:docMk/>
            <pc:sldMk cId="522683040" sldId="1684"/>
            <ac:spMk id="52" creationId="{543DB3A8-09F0-E2F4-21C0-DE98E4A91A40}"/>
          </ac:spMkLst>
        </pc:spChg>
        <pc:spChg chg="add mod">
          <ac:chgData name="" userId="" providerId="" clId="Web-{99EF02F4-39AF-4A94-9CFB-FACE906BD742}" dt="2026-09-02T01:55:32.249" v="11" actId="34807"/>
          <ac:spMkLst>
            <pc:docMk/>
            <pc:sldMk cId="522683040" sldId="1684"/>
            <ac:spMk id="53" creationId="{66ECB1C3-10C4-D632-2BD2-65EAA064744C}"/>
          </ac:spMkLst>
        </pc:spChg>
        <pc:spChg chg="add mod">
          <ac:chgData name="" userId="" providerId="" clId="Web-{99EF02F4-39AF-4A94-9CFB-FACE906BD742}" dt="2026-09-02T01:55:32.249" v="11" actId="34807"/>
          <ac:spMkLst>
            <pc:docMk/>
            <pc:sldMk cId="522683040" sldId="1684"/>
            <ac:spMk id="54" creationId="{60927AE4-395A-8FBD-0880-164DA98AB5C5}"/>
          </ac:spMkLst>
        </pc:spChg>
        <pc:spChg chg="add mod">
          <ac:chgData name="" userId="" providerId="" clId="Web-{99EF02F4-39AF-4A94-9CFB-FACE906BD742}" dt="2026-09-02T01:55:32.249" v="11" actId="34807"/>
          <ac:spMkLst>
            <pc:docMk/>
            <pc:sldMk cId="522683040" sldId="1684"/>
            <ac:spMk id="55" creationId="{DA1FE59E-0CAF-93A9-34F7-006354E2CDF2}"/>
          </ac:spMkLst>
        </pc:spChg>
        <pc:spChg chg="add mod">
          <ac:chgData name="" userId="" providerId="" clId="Web-{99EF02F4-39AF-4A94-9CFB-FACE906BD742}" dt="2026-09-02T01:55:32.249" v="11" actId="34807"/>
          <ac:spMkLst>
            <pc:docMk/>
            <pc:sldMk cId="522683040" sldId="1684"/>
            <ac:spMk id="56" creationId="{FD0B0530-91FE-5A79-70CD-38CD0593AB17}"/>
          </ac:spMkLst>
        </pc:spChg>
      </pc:sldChg>
      <pc:sldChg chg="addSp modSp add mod setBg">
        <pc:chgData name="" userId="" providerId="" clId="Web-{99EF02F4-39AF-4A94-9CFB-FACE906BD742}" dt="2026-09-02T01:55:43.077" v="12" actId="34807"/>
        <pc:sldMkLst>
          <pc:docMk/>
          <pc:sldMk cId="3643316135" sldId="1892"/>
        </pc:sldMkLst>
        <pc:spChg chg="add mod">
          <ac:chgData name="" userId="" providerId="" clId="Web-{99EF02F4-39AF-4A94-9CFB-FACE906BD742}" dt="2026-09-02T01:55:43.077" v="12" actId="34807"/>
          <ac:spMkLst>
            <pc:docMk/>
            <pc:sldMk cId="3643316135" sldId="1892"/>
            <ac:spMk id="57" creationId="{C61FC74D-0788-B21F-C5F3-BBD84D75B307}"/>
          </ac:spMkLst>
        </pc:spChg>
        <pc:spChg chg="add mod">
          <ac:chgData name="" userId="" providerId="" clId="Web-{99EF02F4-39AF-4A94-9CFB-FACE906BD742}" dt="2026-09-02T01:55:43.077" v="12" actId="34807"/>
          <ac:spMkLst>
            <pc:docMk/>
            <pc:sldMk cId="3643316135" sldId="1892"/>
            <ac:spMk id="58" creationId="{59001B45-E19C-27EB-B3AA-EBC4443F8A95}"/>
          </ac:spMkLst>
        </pc:spChg>
        <pc:spChg chg="add mod">
          <ac:chgData name="" userId="" providerId="" clId="Web-{99EF02F4-39AF-4A94-9CFB-FACE906BD742}" dt="2026-09-02T01:55:43.077" v="12" actId="34807"/>
          <ac:spMkLst>
            <pc:docMk/>
            <pc:sldMk cId="3643316135" sldId="1892"/>
            <ac:spMk id="59" creationId="{EAE489D8-D907-8DF3-2CE7-127F7FA0A828}"/>
          </ac:spMkLst>
        </pc:spChg>
        <pc:spChg chg="add mod">
          <ac:chgData name="" userId="" providerId="" clId="Web-{99EF02F4-39AF-4A94-9CFB-FACE906BD742}" dt="2026-09-02T01:55:43.077" v="12" actId="34807"/>
          <ac:spMkLst>
            <pc:docMk/>
            <pc:sldMk cId="3643316135" sldId="1892"/>
            <ac:spMk id="60" creationId="{DBC0B5E2-7452-313C-3746-834D365E3028}"/>
          </ac:spMkLst>
        </pc:spChg>
        <pc:spChg chg="add mod">
          <ac:chgData name="" userId="" providerId="" clId="Web-{99EF02F4-39AF-4A94-9CFB-FACE906BD742}" dt="2026-09-02T01:55:43.077" v="12" actId="34807"/>
          <ac:spMkLst>
            <pc:docMk/>
            <pc:sldMk cId="3643316135" sldId="1892"/>
            <ac:spMk id="61" creationId="{7E2051DD-8D10-25D0-304D-7CD8399FF7AB}"/>
          </ac:spMkLst>
        </pc:spChg>
        <pc:spChg chg="add mod">
          <ac:chgData name="" userId="" providerId="" clId="Web-{99EF02F4-39AF-4A94-9CFB-FACE906BD742}" dt="2026-09-02T01:55:43.077" v="12" actId="34807"/>
          <ac:spMkLst>
            <pc:docMk/>
            <pc:sldMk cId="3643316135" sldId="1892"/>
            <ac:spMk id="62" creationId="{8833C843-3F86-3D92-8874-4BC8EED1C2AB}"/>
          </ac:spMkLst>
        </pc:spChg>
      </pc:sldChg>
      <pc:sldChg chg="addSp modSp add mod setBg">
        <pc:chgData name="" userId="" providerId="" clId="Web-{99EF02F4-39AF-4A94-9CFB-FACE906BD742}" dt="2026-09-02T01:55:53.078" v="13" actId="34807"/>
        <pc:sldMkLst>
          <pc:docMk/>
          <pc:sldMk cId="399026739" sldId="2101"/>
        </pc:sldMkLst>
        <pc:spChg chg="add mod">
          <ac:chgData name="" userId="" providerId="" clId="Web-{99EF02F4-39AF-4A94-9CFB-FACE906BD742}" dt="2026-09-02T01:55:53.078" v="13" actId="34807"/>
          <ac:spMkLst>
            <pc:docMk/>
            <pc:sldMk cId="399026739" sldId="2101"/>
            <ac:spMk id="63" creationId="{7A2392BD-C219-607F-2B19-E8EC0AD20E61}"/>
          </ac:spMkLst>
        </pc:spChg>
        <pc:spChg chg="add mod">
          <ac:chgData name="" userId="" providerId="" clId="Web-{99EF02F4-39AF-4A94-9CFB-FACE906BD742}" dt="2026-09-02T01:55:53.078" v="13" actId="34807"/>
          <ac:spMkLst>
            <pc:docMk/>
            <pc:sldMk cId="399026739" sldId="2101"/>
            <ac:spMk id="64" creationId="{085FD194-8481-5E5E-2D95-796BCFD62BA1}"/>
          </ac:spMkLst>
        </pc:spChg>
        <pc:spChg chg="add mod">
          <ac:chgData name="" userId="" providerId="" clId="Web-{99EF02F4-39AF-4A94-9CFB-FACE906BD742}" dt="2026-09-02T01:55:53.078" v="13" actId="34807"/>
          <ac:spMkLst>
            <pc:docMk/>
            <pc:sldMk cId="399026739" sldId="2101"/>
            <ac:spMk id="65" creationId="{3180F121-196C-AC97-7138-122D80EA233F}"/>
          </ac:spMkLst>
        </pc:spChg>
        <pc:spChg chg="add mod">
          <ac:chgData name="" userId="" providerId="" clId="Web-{99EF02F4-39AF-4A94-9CFB-FACE906BD742}" dt="2026-09-02T01:55:53.078" v="13" actId="34807"/>
          <ac:spMkLst>
            <pc:docMk/>
            <pc:sldMk cId="399026739" sldId="2101"/>
            <ac:spMk id="66" creationId="{39B58D1D-577D-5711-44EC-E42C1317B4B0}"/>
          </ac:spMkLst>
        </pc:spChg>
        <pc:spChg chg="add mod">
          <ac:chgData name="" userId="" providerId="" clId="Web-{99EF02F4-39AF-4A94-9CFB-FACE906BD742}" dt="2026-09-02T01:55:53.078" v="13" actId="34807"/>
          <ac:spMkLst>
            <pc:docMk/>
            <pc:sldMk cId="399026739" sldId="2101"/>
            <ac:spMk id="67" creationId="{2515282E-2B0B-EA4F-71F6-C2C2BB66D91F}"/>
          </ac:spMkLst>
        </pc:spChg>
        <pc:spChg chg="add mod">
          <ac:chgData name="" userId="" providerId="" clId="Web-{99EF02F4-39AF-4A94-9CFB-FACE906BD742}" dt="2026-09-02T01:55:53.078" v="13" actId="34807"/>
          <ac:spMkLst>
            <pc:docMk/>
            <pc:sldMk cId="399026739" sldId="2101"/>
            <ac:spMk id="68" creationId="{8965300C-A4D5-1CEE-F480-DA16DE4CF0A0}"/>
          </ac:spMkLst>
        </pc:spChg>
      </pc:sldChg>
      <pc:sldMasterChg chg="modSp modSldLayout">
        <pc:chgData name="" userId="" providerId="" clId="Web-{99EF02F4-39AF-4A94-9CFB-FACE906BD742}" dt="2026-09-02T01:53:27.183" v="0" actId="34807"/>
        <pc:sldMasterMkLst>
          <pc:docMk/>
          <pc:sldMasterMk cId="2209977519" sldId="2147483648"/>
        </pc:sldMasterMkLst>
        <pc:spChg chg="mod">
          <ac:chgData name="" userId="" providerId="" clId="Web-{99EF02F4-39AF-4A94-9CFB-FACE906BD742}" dt="2026-09-02T01:53:27.183" v="0" actId="34807"/>
          <ac:spMkLst>
            <pc:docMk/>
            <pc:sldMasterMk cId="2209977519" sldId="2147483648"/>
            <ac:spMk id="2" creationId="{00000000-0000-0000-0000-000000000000}"/>
          </ac:spMkLst>
        </pc:spChg>
        <pc:spChg chg="mod">
          <ac:chgData name="" userId="" providerId="" clId="Web-{99EF02F4-39AF-4A94-9CFB-FACE906BD742}" dt="2026-09-02T01:53:27.183" v="0" actId="34807"/>
          <ac:spMkLst>
            <pc:docMk/>
            <pc:sldMasterMk cId="2209977519" sldId="2147483648"/>
            <ac:spMk id="3" creationId="{00000000-0000-0000-0000-000000000000}"/>
          </ac:spMkLst>
        </pc:spChg>
        <pc:spChg chg="mod">
          <ac:chgData name="" userId="" providerId="" clId="Web-{99EF02F4-39AF-4A94-9CFB-FACE906BD742}" dt="2026-09-02T01:53:27.183" v="0" actId="34807"/>
          <ac:spMkLst>
            <pc:docMk/>
            <pc:sldMasterMk cId="2209977519" sldId="2147483648"/>
            <ac:spMk id="4" creationId="{00000000-0000-0000-0000-000000000000}"/>
          </ac:spMkLst>
        </pc:spChg>
        <pc:spChg chg="mod">
          <ac:chgData name="" userId="" providerId="" clId="Web-{99EF02F4-39AF-4A94-9CFB-FACE906BD742}" dt="2026-09-02T01:53:27.183" v="0" actId="34807"/>
          <ac:spMkLst>
            <pc:docMk/>
            <pc:sldMasterMk cId="2209977519" sldId="2147483648"/>
            <ac:spMk id="5" creationId="{00000000-0000-0000-0000-000000000000}"/>
          </ac:spMkLst>
        </pc:spChg>
        <pc:spChg chg="mod">
          <ac:chgData name="" userId="" providerId="" clId="Web-{99EF02F4-39AF-4A94-9CFB-FACE906BD742}" dt="2026-09-02T01:53:27.183" v="0" actId="34807"/>
          <ac:spMkLst>
            <pc:docMk/>
            <pc:sldMasterMk cId="2209977519" sldId="2147483648"/>
            <ac:spMk id="6" creationId="{00000000-0000-0000-0000-000000000000}"/>
          </ac:spMkLst>
        </pc:spChg>
        <pc:sldLayoutChg chg="modSp">
          <pc:chgData name="" userId="" providerId="" clId="Web-{99EF02F4-39AF-4A94-9CFB-FACE906BD742}" dt="2026-09-02T01:53:27.183" v="0" actId="34807"/>
          <pc:sldLayoutMkLst>
            <pc:docMk/>
            <pc:sldMasterMk cId="2209977519" sldId="2147483648"/>
            <pc:sldLayoutMk cId="3168075583" sldId="2147483649"/>
          </pc:sldLayoutMkLst>
          <pc:spChg chg="mod">
            <ac:chgData name="" userId="" providerId="" clId="Web-{99EF02F4-39AF-4A94-9CFB-FACE906BD742}" dt="2026-09-02T01:53:27.183" v="0" actId="34807"/>
            <ac:spMkLst>
              <pc:docMk/>
              <pc:sldMasterMk cId="2209977519" sldId="2147483648"/>
              <pc:sldLayoutMk cId="3168075583" sldId="2147483649"/>
              <ac:spMk id="2" creationId="{00000000-0000-0000-0000-000000000000}"/>
            </ac:spMkLst>
          </pc:spChg>
          <pc:spChg chg="mod">
            <ac:chgData name="" userId="" providerId="" clId="Web-{99EF02F4-39AF-4A94-9CFB-FACE906BD742}" dt="2026-09-02T01:53:27.183" v="0" actId="34807"/>
            <ac:spMkLst>
              <pc:docMk/>
              <pc:sldMasterMk cId="2209977519" sldId="2147483648"/>
              <pc:sldLayoutMk cId="3168075583" sldId="2147483649"/>
              <ac:spMk id="3" creationId="{00000000-0000-0000-0000-000000000000}"/>
            </ac:spMkLst>
          </pc:spChg>
        </pc:sldLayoutChg>
        <pc:sldLayoutChg chg="modSp">
          <pc:chgData name="" userId="" providerId="" clId="Web-{99EF02F4-39AF-4A94-9CFB-FACE906BD742}" dt="2026-09-02T01:53:27.183" v="0" actId="34807"/>
          <pc:sldLayoutMkLst>
            <pc:docMk/>
            <pc:sldMasterMk cId="2209977519" sldId="2147483648"/>
            <pc:sldLayoutMk cId="960648375" sldId="2147483651"/>
          </pc:sldLayoutMkLst>
          <pc:spChg chg="mod">
            <ac:chgData name="" userId="" providerId="" clId="Web-{99EF02F4-39AF-4A94-9CFB-FACE906BD742}" dt="2026-09-02T01:53:27.183" v="0" actId="34807"/>
            <ac:spMkLst>
              <pc:docMk/>
              <pc:sldMasterMk cId="2209977519" sldId="2147483648"/>
              <pc:sldLayoutMk cId="960648375" sldId="2147483651"/>
              <ac:spMk id="2" creationId="{00000000-0000-0000-0000-000000000000}"/>
            </ac:spMkLst>
          </pc:spChg>
          <pc:spChg chg="mod">
            <ac:chgData name="" userId="" providerId="" clId="Web-{99EF02F4-39AF-4A94-9CFB-FACE906BD742}" dt="2026-09-02T01:53:27.183" v="0" actId="34807"/>
            <ac:spMkLst>
              <pc:docMk/>
              <pc:sldMasterMk cId="2209977519" sldId="2147483648"/>
              <pc:sldLayoutMk cId="960648375" sldId="2147483651"/>
              <ac:spMk id="3" creationId="{00000000-0000-0000-0000-000000000000}"/>
            </ac:spMkLst>
          </pc:spChg>
        </pc:sldLayoutChg>
        <pc:sldLayoutChg chg="modSp">
          <pc:chgData name="" userId="" providerId="" clId="Web-{99EF02F4-39AF-4A94-9CFB-FACE906BD742}" dt="2026-09-02T01:53:27.183" v="0" actId="34807"/>
          <pc:sldLayoutMkLst>
            <pc:docMk/>
            <pc:sldMasterMk cId="2209977519" sldId="2147483648"/>
            <pc:sldLayoutMk cId="2782244947" sldId="2147483652"/>
          </pc:sldLayoutMkLst>
          <pc:spChg chg="mod">
            <ac:chgData name="" userId="" providerId="" clId="Web-{99EF02F4-39AF-4A94-9CFB-FACE906BD742}" dt="2026-09-02T01:53:27.183" v="0" actId="34807"/>
            <ac:spMkLst>
              <pc:docMk/>
              <pc:sldMasterMk cId="2209977519" sldId="2147483648"/>
              <pc:sldLayoutMk cId="2782244947" sldId="2147483652"/>
              <ac:spMk id="3" creationId="{00000000-0000-0000-0000-000000000000}"/>
            </ac:spMkLst>
          </pc:spChg>
          <pc:spChg chg="mod">
            <ac:chgData name="" userId="" providerId="" clId="Web-{99EF02F4-39AF-4A94-9CFB-FACE906BD742}" dt="2026-09-02T01:53:27.183" v="0" actId="34807"/>
            <ac:spMkLst>
              <pc:docMk/>
              <pc:sldMasterMk cId="2209977519" sldId="2147483648"/>
              <pc:sldLayoutMk cId="2782244947" sldId="2147483652"/>
              <ac:spMk id="4" creationId="{00000000-0000-0000-0000-000000000000}"/>
            </ac:spMkLst>
          </pc:spChg>
        </pc:sldLayoutChg>
        <pc:sldLayoutChg chg="modSp">
          <pc:chgData name="" userId="" providerId="" clId="Web-{99EF02F4-39AF-4A94-9CFB-FACE906BD742}" dt="2026-09-02T01:53:27.183" v="0" actId="34807"/>
          <pc:sldLayoutMkLst>
            <pc:docMk/>
            <pc:sldMasterMk cId="2209977519" sldId="2147483648"/>
            <pc:sldLayoutMk cId="990158736" sldId="2147483653"/>
          </pc:sldLayoutMkLst>
          <pc:spChg chg="mod">
            <ac:chgData name="" userId="" providerId="" clId="Web-{99EF02F4-39AF-4A94-9CFB-FACE906BD742}" dt="2026-09-02T01:53:27.183" v="0" actId="34807"/>
            <ac:spMkLst>
              <pc:docMk/>
              <pc:sldMasterMk cId="2209977519" sldId="2147483648"/>
              <pc:sldLayoutMk cId="990158736" sldId="2147483653"/>
              <ac:spMk id="3" creationId="{00000000-0000-0000-0000-000000000000}"/>
            </ac:spMkLst>
          </pc:spChg>
          <pc:spChg chg="mod">
            <ac:chgData name="" userId="" providerId="" clId="Web-{99EF02F4-39AF-4A94-9CFB-FACE906BD742}" dt="2026-09-02T01:53:27.183" v="0" actId="34807"/>
            <ac:spMkLst>
              <pc:docMk/>
              <pc:sldMasterMk cId="2209977519" sldId="2147483648"/>
              <pc:sldLayoutMk cId="990158736" sldId="2147483653"/>
              <ac:spMk id="4" creationId="{00000000-0000-0000-0000-000000000000}"/>
            </ac:spMkLst>
          </pc:spChg>
          <pc:spChg chg="mod">
            <ac:chgData name="" userId="" providerId="" clId="Web-{99EF02F4-39AF-4A94-9CFB-FACE906BD742}" dt="2026-09-02T01:53:27.183" v="0" actId="34807"/>
            <ac:spMkLst>
              <pc:docMk/>
              <pc:sldMasterMk cId="2209977519" sldId="2147483648"/>
              <pc:sldLayoutMk cId="990158736" sldId="2147483653"/>
              <ac:spMk id="5" creationId="{00000000-0000-0000-0000-000000000000}"/>
            </ac:spMkLst>
          </pc:spChg>
          <pc:spChg chg="mod">
            <ac:chgData name="" userId="" providerId="" clId="Web-{99EF02F4-39AF-4A94-9CFB-FACE906BD742}" dt="2026-09-02T01:53:27.183" v="0" actId="34807"/>
            <ac:spMkLst>
              <pc:docMk/>
              <pc:sldMasterMk cId="2209977519" sldId="2147483648"/>
              <pc:sldLayoutMk cId="990158736" sldId="2147483653"/>
              <ac:spMk id="6" creationId="{00000000-0000-0000-0000-000000000000}"/>
            </ac:spMkLst>
          </pc:spChg>
        </pc:sldLayoutChg>
        <pc:sldLayoutChg chg="modSp">
          <pc:chgData name="" userId="" providerId="" clId="Web-{99EF02F4-39AF-4A94-9CFB-FACE906BD742}" dt="2026-09-02T01:53:27.183" v="0" actId="34807"/>
          <pc:sldLayoutMkLst>
            <pc:docMk/>
            <pc:sldMasterMk cId="2209977519" sldId="2147483648"/>
            <pc:sldLayoutMk cId="1840726560" sldId="2147483656"/>
          </pc:sldLayoutMkLst>
          <pc:spChg chg="mod">
            <ac:chgData name="" userId="" providerId="" clId="Web-{99EF02F4-39AF-4A94-9CFB-FACE906BD742}" dt="2026-09-02T01:53:27.183" v="0" actId="34807"/>
            <ac:spMkLst>
              <pc:docMk/>
              <pc:sldMasterMk cId="2209977519" sldId="2147483648"/>
              <pc:sldLayoutMk cId="1840726560" sldId="2147483656"/>
              <ac:spMk id="2" creationId="{00000000-0000-0000-0000-000000000000}"/>
            </ac:spMkLst>
          </pc:spChg>
          <pc:spChg chg="mod">
            <ac:chgData name="" userId="" providerId="" clId="Web-{99EF02F4-39AF-4A94-9CFB-FACE906BD742}" dt="2026-09-02T01:53:27.183" v="0" actId="34807"/>
            <ac:spMkLst>
              <pc:docMk/>
              <pc:sldMasterMk cId="2209977519" sldId="2147483648"/>
              <pc:sldLayoutMk cId="1840726560" sldId="2147483656"/>
              <ac:spMk id="3" creationId="{00000000-0000-0000-0000-000000000000}"/>
            </ac:spMkLst>
          </pc:spChg>
          <pc:spChg chg="mod">
            <ac:chgData name="" userId="" providerId="" clId="Web-{99EF02F4-39AF-4A94-9CFB-FACE906BD742}" dt="2026-09-02T01:53:27.183" v="0" actId="34807"/>
            <ac:spMkLst>
              <pc:docMk/>
              <pc:sldMasterMk cId="2209977519" sldId="2147483648"/>
              <pc:sldLayoutMk cId="1840726560" sldId="2147483656"/>
              <ac:spMk id="4" creationId="{00000000-0000-0000-0000-000000000000}"/>
            </ac:spMkLst>
          </pc:spChg>
        </pc:sldLayoutChg>
        <pc:sldLayoutChg chg="modSp">
          <pc:chgData name="" userId="" providerId="" clId="Web-{99EF02F4-39AF-4A94-9CFB-FACE906BD742}" dt="2026-09-02T01:53:27.183" v="0" actId="34807"/>
          <pc:sldLayoutMkLst>
            <pc:docMk/>
            <pc:sldMasterMk cId="2209977519" sldId="2147483648"/>
            <pc:sldLayoutMk cId="3889236939" sldId="2147483657"/>
          </pc:sldLayoutMkLst>
          <pc:spChg chg="mod">
            <ac:chgData name="" userId="" providerId="" clId="Web-{99EF02F4-39AF-4A94-9CFB-FACE906BD742}" dt="2026-09-02T01:53:27.183" v="0" actId="34807"/>
            <ac:spMkLst>
              <pc:docMk/>
              <pc:sldMasterMk cId="2209977519" sldId="2147483648"/>
              <pc:sldLayoutMk cId="3889236939" sldId="2147483657"/>
              <ac:spMk id="2" creationId="{00000000-0000-0000-0000-000000000000}"/>
            </ac:spMkLst>
          </pc:spChg>
          <pc:spChg chg="mod">
            <ac:chgData name="" userId="" providerId="" clId="Web-{99EF02F4-39AF-4A94-9CFB-FACE906BD742}" dt="2026-09-02T01:53:27.183" v="0" actId="34807"/>
            <ac:spMkLst>
              <pc:docMk/>
              <pc:sldMasterMk cId="2209977519" sldId="2147483648"/>
              <pc:sldLayoutMk cId="3889236939" sldId="2147483657"/>
              <ac:spMk id="3" creationId="{00000000-0000-0000-0000-000000000000}"/>
            </ac:spMkLst>
          </pc:spChg>
          <pc:spChg chg="mod">
            <ac:chgData name="" userId="" providerId="" clId="Web-{99EF02F4-39AF-4A94-9CFB-FACE906BD742}" dt="2026-09-02T01:53:27.183" v="0" actId="34807"/>
            <ac:spMkLst>
              <pc:docMk/>
              <pc:sldMasterMk cId="2209977519" sldId="2147483648"/>
              <pc:sldLayoutMk cId="3889236939" sldId="2147483657"/>
              <ac:spMk id="4" creationId="{00000000-0000-0000-0000-000000000000}"/>
            </ac:spMkLst>
          </pc:spChg>
        </pc:sldLayoutChg>
        <pc:sldLayoutChg chg="modSp">
          <pc:chgData name="" userId="" providerId="" clId="Web-{99EF02F4-39AF-4A94-9CFB-FACE906BD742}" dt="2026-09-02T01:53:27.183" v="0" actId="34807"/>
          <pc:sldLayoutMkLst>
            <pc:docMk/>
            <pc:sldMasterMk cId="2209977519" sldId="2147483648"/>
            <pc:sldLayoutMk cId="3612223792" sldId="2147483659"/>
          </pc:sldLayoutMkLst>
          <pc:spChg chg="mod">
            <ac:chgData name="" userId="" providerId="" clId="Web-{99EF02F4-39AF-4A94-9CFB-FACE906BD742}" dt="2026-09-02T01:53:27.183" v="0" actId="34807"/>
            <ac:spMkLst>
              <pc:docMk/>
              <pc:sldMasterMk cId="2209977519" sldId="2147483648"/>
              <pc:sldLayoutMk cId="3612223792" sldId="2147483659"/>
              <ac:spMk id="2" creationId="{00000000-0000-0000-0000-000000000000}"/>
            </ac:spMkLst>
          </pc:spChg>
          <pc:spChg chg="mod">
            <ac:chgData name="" userId="" providerId="" clId="Web-{99EF02F4-39AF-4A94-9CFB-FACE906BD742}" dt="2026-09-02T01:53:27.183" v="0" actId="34807"/>
            <ac:spMkLst>
              <pc:docMk/>
              <pc:sldMasterMk cId="2209977519" sldId="2147483648"/>
              <pc:sldLayoutMk cId="3612223792" sldId="2147483659"/>
              <ac:spMk id="3" creationId="{00000000-0000-0000-0000-000000000000}"/>
            </ac:spMkLst>
          </pc:spChg>
        </pc:sldLayoutChg>
      </pc:sldMaster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국내 로봇산업 매출(조 원)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2"/>
                <c:pt idx="0">
                  <c:v>2023</c:v>
                </c:pt>
                <c:pt idx="1">
                  <c:v>2024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2"/>
                <c:pt idx="0">
                  <c:v>5.9805000000000001</c:v>
                </c:pt>
                <c:pt idx="1">
                  <c:v>6.1694999999999993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BD-4ED0-8040-057DFC1A18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9316336"/>
        <c:axId val="56182352"/>
      </c:barChart>
      <c:catAx>
        <c:axId val="49316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182352"/>
        <c:crosses val="autoZero"/>
        <c:auto val="1"/>
        <c:lblAlgn val="ctr"/>
        <c:lblOffset val="100"/>
        <c:noMultiLvlLbl val="0"/>
      </c:catAx>
      <c:valAx>
        <c:axId val="561823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3163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E41FB3A-D34D-A7FC-F778-E683D8455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D6E9490-AA5E-BA3F-69EF-478419C199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3A">
              <a:alpha val="5800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D10633-1C8B-27CD-BE8B-1133AE942D07}"/>
              </a:ext>
            </a:extLst>
          </p:cNvPr>
          <p:cNvSpPr/>
          <p:nvPr/>
        </p:nvSpPr>
        <p:spPr>
          <a:xfrm>
            <a:off x="914400" y="2133600"/>
            <a:ext cx="10363200" cy="1422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4000" b="1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국내 피지컬AI 시장</a:t>
            </a:r>
          </a:p>
          <a:p>
            <a:pPr>
              <a:buNone/>
            </a:pPr>
            <a:r>
              <a:rPr lang="en-US" sz="4000" b="1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최근 12개월 동향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A5470A-4BC6-D3EB-7353-A9520D439B87}"/>
              </a:ext>
            </a:extLst>
          </p:cNvPr>
          <p:cNvSpPr/>
          <p:nvPr/>
        </p:nvSpPr>
        <p:spPr>
          <a:xfrm>
            <a:off x="914400" y="3693600"/>
            <a:ext cx="10363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시장·경쟁·정책·기술 트렌드 및 사내 인식 갭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20FE0D-B00D-3373-3DE1-0AE8E65C54DF}"/>
              </a:ext>
            </a:extLst>
          </p:cNvPr>
          <p:cNvSpPr/>
          <p:nvPr/>
        </p:nvSpPr>
        <p:spPr>
          <a:xfrm>
            <a:off x="914400" y="6030000"/>
            <a:ext cx="1036320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조사 기준일 2026년 9월 2일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989A4F-1BEA-C840-9ED4-7B3505044327}"/>
              </a:ext>
            </a:extLst>
          </p:cNvPr>
          <p:cNvSpPr/>
          <p:nvPr/>
        </p:nvSpPr>
        <p:spPr>
          <a:xfrm>
            <a:off x="457200" y="457200"/>
            <a:ext cx="11277600" cy="609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1A2B3C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시장은 ‘완만한 실측’과 ‘급격한 전환’이 공존한다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B70F73-A6CE-9774-88C4-F0C9DE146EDE}"/>
              </a:ext>
            </a:extLst>
          </p:cNvPr>
          <p:cNvSpPr/>
          <p:nvPr/>
        </p:nvSpPr>
        <p:spPr>
          <a:xfrm>
            <a:off x="457200" y="1371600"/>
            <a:ext cx="3606800" cy="3657600"/>
          </a:xfrm>
          <a:prstGeom prst="rect">
            <a:avLst/>
          </a:prstGeom>
          <a:solidFill>
            <a:srgbClr val="1E5A7A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DCC461-5A5E-2DCA-32EC-77FE0F7EC7D2}"/>
              </a:ext>
            </a:extLst>
          </p:cNvPr>
          <p:cNvSpPr/>
          <p:nvPr/>
        </p:nvSpPr>
        <p:spPr>
          <a:xfrm>
            <a:off x="4292600" y="1371600"/>
            <a:ext cx="3606800" cy="3657600"/>
          </a:xfrm>
          <a:prstGeom prst="rect">
            <a:avLst/>
          </a:prstGeom>
          <a:solidFill>
            <a:srgbClr val="1E5A7A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CE108A-17EA-0CE5-AB26-2319C53511B1}"/>
              </a:ext>
            </a:extLst>
          </p:cNvPr>
          <p:cNvSpPr/>
          <p:nvPr/>
        </p:nvSpPr>
        <p:spPr>
          <a:xfrm>
            <a:off x="8128000" y="1371600"/>
            <a:ext cx="3606800" cy="3657600"/>
          </a:xfrm>
          <a:prstGeom prst="rect">
            <a:avLst/>
          </a:prstGeom>
          <a:solidFill>
            <a:srgbClr val="1E5A7A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D17E12-5C94-5E56-AE81-B5EC8344F63A}"/>
              </a:ext>
            </a:extLst>
          </p:cNvPr>
          <p:cNvSpPr/>
          <p:nvPr/>
        </p:nvSpPr>
        <p:spPr>
          <a:xfrm>
            <a:off x="685800" y="1828800"/>
            <a:ext cx="3149600" cy="396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21B6C7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현재 시장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393CF9-FA5E-6266-7F9C-134B6E6E8E11}"/>
              </a:ext>
            </a:extLst>
          </p:cNvPr>
          <p:cNvSpPr/>
          <p:nvPr/>
        </p:nvSpPr>
        <p:spPr>
          <a:xfrm>
            <a:off x="685800" y="2499360"/>
            <a:ext cx="3149600" cy="1219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800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국내 로봇산업</a:t>
            </a:r>
          </a:p>
          <a:p>
            <a:pPr>
              <a:buNone/>
            </a:pPr>
            <a:r>
              <a:rPr lang="en-US" sz="1800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6.17조 원</a:t>
            </a:r>
          </a:p>
          <a:p>
            <a:pPr>
              <a:buNone/>
            </a:pPr>
            <a:r>
              <a:rPr lang="en-US" sz="1800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전년 대비 +3.2%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7B5812-98F2-49E0-035C-47A8BADC72C4}"/>
              </a:ext>
            </a:extLst>
          </p:cNvPr>
          <p:cNvSpPr/>
          <p:nvPr/>
        </p:nvSpPr>
        <p:spPr>
          <a:xfrm>
            <a:off x="4521200" y="1828800"/>
            <a:ext cx="3149600" cy="396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21B6C7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전환 촉매</a:t>
            </a: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10319B-3B26-5954-EBA2-160C365D00D3}"/>
              </a:ext>
            </a:extLst>
          </p:cNvPr>
          <p:cNvSpPr/>
          <p:nvPr/>
        </p:nvSpPr>
        <p:spPr>
          <a:xfrm>
            <a:off x="4521200" y="2499360"/>
            <a:ext cx="3149600" cy="1219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800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국가전략·자금</a:t>
            </a:r>
          </a:p>
          <a:p>
            <a:pPr>
              <a:buNone/>
            </a:pPr>
            <a:r>
              <a:rPr lang="en-US" sz="1800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대기업 투자</a:t>
            </a:r>
          </a:p>
          <a:p>
            <a:pPr>
              <a:buNone/>
            </a:pPr>
            <a:r>
              <a:rPr lang="en-US" sz="1800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RFM·데이터</a:t>
            </a:r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0411DC-8DF3-9A9B-F175-6ACEE3299BAE}"/>
              </a:ext>
            </a:extLst>
          </p:cNvPr>
          <p:cNvSpPr/>
          <p:nvPr/>
        </p:nvSpPr>
        <p:spPr>
          <a:xfrm>
            <a:off x="8356600" y="1828800"/>
            <a:ext cx="3149600" cy="396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21B6C7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경영 시사점</a:t>
            </a:r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1D7A46-BBE9-DDF3-0455-F8DC17C8011B}"/>
              </a:ext>
            </a:extLst>
          </p:cNvPr>
          <p:cNvSpPr/>
          <p:nvPr/>
        </p:nvSpPr>
        <p:spPr>
          <a:xfrm>
            <a:off x="8356600" y="2499360"/>
            <a:ext cx="3149600" cy="1219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800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단기 수익화는</a:t>
            </a:r>
          </a:p>
          <a:p>
            <a:pPr>
              <a:buNone/>
            </a:pPr>
            <a:r>
              <a:rPr lang="en-US" sz="1800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코봇·AMR,</a:t>
            </a:r>
          </a:p>
          <a:p>
            <a:pPr>
              <a:buNone/>
            </a:pPr>
            <a:r>
              <a:rPr lang="en-US" sz="1800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휴머노이드는 검증</a:t>
            </a:r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0065B54-9195-4D2D-E5A0-262DBA796737}"/>
              </a:ext>
            </a:extLst>
          </p:cNvPr>
          <p:cNvSpPr/>
          <p:nvPr/>
        </p:nvSpPr>
        <p:spPr>
          <a:xfrm>
            <a:off x="457200" y="6030000"/>
            <a:ext cx="1127760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1A2B3C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출처: 산업부·KIRIA, Counterpoint 인용, 외부 심층조사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743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154B0C2-4857-C047-82A9-93DF7C5D658D}"/>
              </a:ext>
            </a:extLst>
          </p:cNvPr>
          <p:cNvSpPr/>
          <p:nvPr/>
        </p:nvSpPr>
        <p:spPr>
          <a:xfrm>
            <a:off x="457200" y="457200"/>
            <a:ext cx="11277600" cy="609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1A2B3C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국내 로봇산업 매출은 2024년 6.17조 원으로 3.2% 성장했다</a:t>
            </a:r>
            <a:endParaRPr lang="en-US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67CCAC4-2A2F-C243-1B84-0273ABCAA99B}"/>
              </a:ext>
            </a:extLst>
          </p:cNvPr>
          <p:cNvGraphicFramePr/>
          <p:nvPr/>
        </p:nvGraphicFramePr>
        <p:xfrm>
          <a:off x="3048000" y="1355725"/>
          <a:ext cx="6096000" cy="4146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" name="Rectangle 19">
            <a:extLst>
              <a:ext uri="{FF2B5EF4-FFF2-40B4-BE49-F238E27FC236}">
                <a16:creationId xmlns:a16="http://schemas.microsoft.com/office/drawing/2014/main" id="{5F798CE1-533A-0C20-5714-83F522EE2AFB}"/>
              </a:ext>
            </a:extLst>
          </p:cNvPr>
          <p:cNvSpPr/>
          <p:nvPr/>
        </p:nvSpPr>
        <p:spPr>
          <a:xfrm>
            <a:off x="457200" y="5303520"/>
            <a:ext cx="11277600" cy="396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1E5A7A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2023년 5.98조 원 | 2024년 6.17조 원 | 국내 전체 로봇산업 기준</a:t>
            </a:r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186DF2-41DE-1D93-8C11-29FA5108450D}"/>
              </a:ext>
            </a:extLst>
          </p:cNvPr>
          <p:cNvSpPr/>
          <p:nvPr/>
        </p:nvSpPr>
        <p:spPr>
          <a:xfrm>
            <a:off x="457200" y="6030000"/>
            <a:ext cx="1127760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1A2B3C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출처: 산업통상자원부·한국로봇산업진흥원, 2024년 로봇산업 실태조사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255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E7A7441-FD5A-5BEB-CDE3-95964D4A1707}"/>
              </a:ext>
            </a:extLst>
          </p:cNvPr>
          <p:cNvSpPr/>
          <p:nvPr/>
        </p:nvSpPr>
        <p:spPr>
          <a:xfrm>
            <a:off x="457200" y="457200"/>
            <a:ext cx="11277600" cy="609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1A2B3C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실측은 완만하지만 정책·기술·수요가 전환을 가속한다</a:t>
            </a:r>
            <a:endParaRPr lang="en-US"/>
          </a:p>
        </p:txBody>
      </p:sp>
      <p:sp>
        <p:nvSpPr>
          <p:cNvPr id="23" name="Arrow: Pentagon 22">
            <a:extLst>
              <a:ext uri="{FF2B5EF4-FFF2-40B4-BE49-F238E27FC236}">
                <a16:creationId xmlns:a16="http://schemas.microsoft.com/office/drawing/2014/main" id="{381FB69A-1FC1-73F1-E6D8-3C73C9141E12}"/>
              </a:ext>
            </a:extLst>
          </p:cNvPr>
          <p:cNvSpPr/>
          <p:nvPr/>
        </p:nvSpPr>
        <p:spPr>
          <a:xfrm>
            <a:off x="457200" y="2286000"/>
            <a:ext cx="2971800" cy="1422400"/>
          </a:xfrm>
          <a:prstGeom prst="homePlate">
            <a:avLst/>
          </a:prstGeom>
          <a:solidFill>
            <a:srgbClr val="1E5A7A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현재 시장</a:t>
            </a:r>
          </a:p>
          <a:p>
            <a:pPr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6.17조 원·+3.2%</a:t>
            </a:r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382360EE-5CC9-E224-234F-1AA1DB428FDD}"/>
              </a:ext>
            </a:extLst>
          </p:cNvPr>
          <p:cNvSpPr/>
          <p:nvPr/>
        </p:nvSpPr>
        <p:spPr>
          <a:xfrm>
            <a:off x="3543300" y="2743200"/>
            <a:ext cx="609600" cy="457200"/>
          </a:xfrm>
          <a:prstGeom prst="rightArrow">
            <a:avLst/>
          </a:prstGeom>
          <a:solidFill>
            <a:srgbClr val="21B6C7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Pentagon 24">
            <a:extLst>
              <a:ext uri="{FF2B5EF4-FFF2-40B4-BE49-F238E27FC236}">
                <a16:creationId xmlns:a16="http://schemas.microsoft.com/office/drawing/2014/main" id="{DB2B821F-BF37-BAC4-DE94-B3FA43799823}"/>
              </a:ext>
            </a:extLst>
          </p:cNvPr>
          <p:cNvSpPr/>
          <p:nvPr/>
        </p:nvSpPr>
        <p:spPr>
          <a:xfrm>
            <a:off x="4381500" y="2286000"/>
            <a:ext cx="2971800" cy="1422400"/>
          </a:xfrm>
          <a:prstGeom prst="homePlate">
            <a:avLst/>
          </a:prstGeom>
          <a:solidFill>
            <a:srgbClr val="1E5A7A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전환 촉매</a:t>
            </a:r>
          </a:p>
          <a:p>
            <a:pPr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국가전략·자금</a:t>
            </a:r>
            <a:endParaRPr lang="en-US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1B616A3C-B6FB-BDFF-5254-96281947D9FC}"/>
              </a:ext>
            </a:extLst>
          </p:cNvPr>
          <p:cNvSpPr/>
          <p:nvPr/>
        </p:nvSpPr>
        <p:spPr>
          <a:xfrm>
            <a:off x="7478400" y="2743200"/>
            <a:ext cx="609600" cy="457200"/>
          </a:xfrm>
          <a:prstGeom prst="rightArrow">
            <a:avLst/>
          </a:prstGeom>
          <a:solidFill>
            <a:srgbClr val="21B6C7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7C19BAA7-AE87-4895-6DFC-3742DB66E0E1}"/>
              </a:ext>
            </a:extLst>
          </p:cNvPr>
          <p:cNvSpPr/>
          <p:nvPr/>
        </p:nvSpPr>
        <p:spPr>
          <a:xfrm>
            <a:off x="8316600" y="2286000"/>
            <a:ext cx="3418200" cy="1422400"/>
          </a:xfrm>
          <a:prstGeom prst="homePlate">
            <a:avLst/>
          </a:prstGeom>
          <a:solidFill>
            <a:srgbClr val="1E5A7A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검증 과제</a:t>
            </a:r>
          </a:p>
          <a:p>
            <a:pPr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데이터·양산·안전</a:t>
            </a:r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1055F8C-2C55-4193-E132-71607C7B643A}"/>
              </a:ext>
            </a:extLst>
          </p:cNvPr>
          <p:cNvSpPr/>
          <p:nvPr/>
        </p:nvSpPr>
        <p:spPr>
          <a:xfrm>
            <a:off x="1143000" y="4572000"/>
            <a:ext cx="9906000" cy="609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1E5A7A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핵심: 정책 기대는 실제 수주·가동·재구매로 검증해야 한다</a:t>
            </a:r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AD43298-F7F1-75F4-EFFE-C8404D4D07D6}"/>
              </a:ext>
            </a:extLst>
          </p:cNvPr>
          <p:cNvSpPr/>
          <p:nvPr/>
        </p:nvSpPr>
        <p:spPr>
          <a:xfrm>
            <a:off x="457200" y="6030000"/>
            <a:ext cx="1127760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1A2B3C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출처: 산업부·KIRIA, 산업통상자원부, Counterpoint 인용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952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CE5AAD50-014E-FD93-6209-C982F6C8DE77}"/>
              </a:ext>
            </a:extLst>
          </p:cNvPr>
          <p:cNvSpPr/>
          <p:nvPr/>
        </p:nvSpPr>
        <p:spPr>
          <a:xfrm>
            <a:off x="457200" y="457200"/>
            <a:ext cx="11277600" cy="609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1A2B3C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경쟁은 산업용·협동·휴머노이드의 세 트랙으로 분화한다</a:t>
            </a:r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59E73D8-D902-41B1-B645-326A56E25FB9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371600"/>
          <a:ext cx="8127999" cy="21945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65760764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0151063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5453572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기업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핵심 라인업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포지셔닝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37668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두산로보틱스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P·H·M·A·E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협동로봇 풀라인업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066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레인보우로보틱스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RB·AMR·RB-Y1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모바일 휴머노이드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7802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HD현대로보틱스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 산업용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제조·조선 자동화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7885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보스턴다이내믹스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Spot·Atlas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고성능 휴머노이드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5140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뉴로메카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Indy·OPTi·NURI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내재화·RaaS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3627503"/>
                  </a:ext>
                </a:extLst>
              </a:tr>
            </a:tbl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id="{002F9643-5482-0E92-9967-CA63A3231B65}"/>
              </a:ext>
            </a:extLst>
          </p:cNvPr>
          <p:cNvSpPr/>
          <p:nvPr/>
        </p:nvSpPr>
        <p:spPr>
          <a:xfrm>
            <a:off x="457200" y="6030000"/>
            <a:ext cx="1127760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1A2B3C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출처: 각 사 공식 자료·공시 인용·외부 심층조사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314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ABEC4FC-0355-ABEC-0270-373AEE738B5E}"/>
              </a:ext>
            </a:extLst>
          </p:cNvPr>
          <p:cNvSpPr/>
          <p:nvPr/>
        </p:nvSpPr>
        <p:spPr>
          <a:xfrm>
            <a:off x="457200" y="457200"/>
            <a:ext cx="11277600" cy="609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1A2B3C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가격은 제품표보다 총도입비와 운영모델이 경쟁력이다</a:t>
            </a:r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AAF1C52-F0D8-E361-912F-B04EF5D4EE14}"/>
              </a:ext>
            </a:extLst>
          </p:cNvPr>
          <p:cNvSpPr/>
          <p:nvPr/>
        </p:nvSpPr>
        <p:spPr>
          <a:xfrm>
            <a:off x="457200" y="1828800"/>
            <a:ext cx="3200400" cy="2286000"/>
          </a:xfrm>
          <a:prstGeom prst="rect">
            <a:avLst/>
          </a:prstGeom>
          <a:solidFill>
            <a:srgbClr val="1E5A7A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b="1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공개 정가</a:t>
            </a:r>
          </a:p>
          <a:p>
            <a:pPr>
              <a:buNone/>
            </a:pPr>
            <a:r>
              <a:rPr lang="en-US" sz="2000" b="1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대부분 미공개</a:t>
            </a:r>
            <a:endParaRPr lang="en-US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F16E4C09-D0E0-7A9F-1CC0-38A5C246C45A}"/>
              </a:ext>
            </a:extLst>
          </p:cNvPr>
          <p:cNvSpPr/>
          <p:nvPr/>
        </p:nvSpPr>
        <p:spPr>
          <a:xfrm>
            <a:off x="3886200" y="2636520"/>
            <a:ext cx="457200" cy="457200"/>
          </a:xfrm>
          <a:prstGeom prst="rightArrow">
            <a:avLst/>
          </a:prstGeom>
          <a:solidFill>
            <a:srgbClr val="21B6C7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43B65FA-03E8-C153-53C9-EB8E3329C247}"/>
              </a:ext>
            </a:extLst>
          </p:cNvPr>
          <p:cNvSpPr/>
          <p:nvPr/>
        </p:nvSpPr>
        <p:spPr>
          <a:xfrm>
            <a:off x="4572000" y="1828800"/>
            <a:ext cx="3200400" cy="2286000"/>
          </a:xfrm>
          <a:prstGeom prst="rect">
            <a:avLst/>
          </a:prstGeom>
          <a:solidFill>
            <a:srgbClr val="1E5A7A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b="1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구매 구조</a:t>
            </a:r>
          </a:p>
          <a:p>
            <a:pPr>
              <a:buNone/>
            </a:pPr>
            <a:r>
              <a:rPr lang="en-US" sz="2000" b="1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견적 + SI + 보조금</a:t>
            </a:r>
            <a:endParaRPr lang="en-US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D345A8E4-A75A-4C68-3276-857B91030E41}"/>
              </a:ext>
            </a:extLst>
          </p:cNvPr>
          <p:cNvSpPr/>
          <p:nvPr/>
        </p:nvSpPr>
        <p:spPr>
          <a:xfrm>
            <a:off x="8204200" y="2636520"/>
            <a:ext cx="457200" cy="457200"/>
          </a:xfrm>
          <a:prstGeom prst="rightArrow">
            <a:avLst/>
          </a:prstGeom>
          <a:solidFill>
            <a:srgbClr val="21B6C7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B3BA880-864A-0EB4-64DB-15C2954ED294}"/>
              </a:ext>
            </a:extLst>
          </p:cNvPr>
          <p:cNvSpPr/>
          <p:nvPr/>
        </p:nvSpPr>
        <p:spPr>
          <a:xfrm>
            <a:off x="8890000" y="1828800"/>
            <a:ext cx="2844800" cy="2286000"/>
          </a:xfrm>
          <a:prstGeom prst="rect">
            <a:avLst/>
          </a:prstGeom>
          <a:solidFill>
            <a:srgbClr val="1E5A7A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b="1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대안 모델</a:t>
            </a:r>
          </a:p>
          <a:p>
            <a:pPr>
              <a:buNone/>
            </a:pPr>
            <a:r>
              <a:rPr lang="en-US" sz="2000" b="1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RaaS</a:t>
            </a:r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F7B9949-13D5-4C86-EB7B-F0BDDA4B1F50}"/>
              </a:ext>
            </a:extLst>
          </p:cNvPr>
          <p:cNvSpPr/>
          <p:nvPr/>
        </p:nvSpPr>
        <p:spPr>
          <a:xfrm>
            <a:off x="1143000" y="4572000"/>
            <a:ext cx="9906000" cy="609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1E5A7A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영업 검증 지표: 총소유비용·보조금·가동률·유지보수 책임</a:t>
            </a:r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915746F-F886-0D1F-8ACC-CDE1C91E61BF}"/>
              </a:ext>
            </a:extLst>
          </p:cNvPr>
          <p:cNvSpPr/>
          <p:nvPr/>
        </p:nvSpPr>
        <p:spPr>
          <a:xfrm>
            <a:off x="457200" y="6030000"/>
            <a:ext cx="1127760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1A2B3C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출처: 두산·뉴로메카 제품·사업 자료 및 외부 심층조사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936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D26DB865-B2F3-2B8D-E6C5-46DF2FA100B8}"/>
              </a:ext>
            </a:extLst>
          </p:cNvPr>
          <p:cNvSpPr/>
          <p:nvPr/>
        </p:nvSpPr>
        <p:spPr>
          <a:xfrm>
            <a:off x="457200" y="457200"/>
            <a:ext cx="11277600" cy="609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1A2B3C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최근 12개월의 핵심은 국가전략과 상용화 규칙의 동시 구체화다</a:t>
            </a:r>
            <a:endParaRPr lang="en-US"/>
          </a:p>
        </p:txBody>
      </p:sp>
      <p:sp>
        <p:nvSpPr>
          <p:cNvPr id="42" name="Arrow: Pentagon 41">
            <a:extLst>
              <a:ext uri="{FF2B5EF4-FFF2-40B4-BE49-F238E27FC236}">
                <a16:creationId xmlns:a16="http://schemas.microsoft.com/office/drawing/2014/main" id="{813E9316-F1CF-4A16-56AB-F3C22F8BCE26}"/>
              </a:ext>
            </a:extLst>
          </p:cNvPr>
          <p:cNvSpPr/>
          <p:nvPr/>
        </p:nvSpPr>
        <p:spPr>
          <a:xfrm>
            <a:off x="457200" y="2286000"/>
            <a:ext cx="2057400" cy="1422400"/>
          </a:xfrm>
          <a:prstGeom prst="homePlate">
            <a:avLst/>
          </a:prstGeom>
          <a:solidFill>
            <a:srgbClr val="1E5A7A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2025.11</a:t>
            </a:r>
          </a:p>
          <a:p>
            <a:pPr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실외로봇 인증</a:t>
            </a:r>
            <a:endParaRPr lang="en-US"/>
          </a:p>
        </p:txBody>
      </p:sp>
      <p:sp>
        <p:nvSpPr>
          <p:cNvPr id="43" name="Arrow: Pentagon 42">
            <a:extLst>
              <a:ext uri="{FF2B5EF4-FFF2-40B4-BE49-F238E27FC236}">
                <a16:creationId xmlns:a16="http://schemas.microsoft.com/office/drawing/2014/main" id="{DDC0B0EE-404E-DD10-4AA8-A4C0FC3F1159}"/>
              </a:ext>
            </a:extLst>
          </p:cNvPr>
          <p:cNvSpPr/>
          <p:nvPr/>
        </p:nvSpPr>
        <p:spPr>
          <a:xfrm>
            <a:off x="2743200" y="2286000"/>
            <a:ext cx="2057400" cy="1422400"/>
          </a:xfrm>
          <a:prstGeom prst="homePlate">
            <a:avLst/>
          </a:prstGeom>
          <a:solidFill>
            <a:srgbClr val="1E5A7A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2026.01</a:t>
            </a:r>
          </a:p>
          <a:p>
            <a:pPr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AI 기본법 시행</a:t>
            </a:r>
            <a:endParaRPr lang="en-US"/>
          </a:p>
        </p:txBody>
      </p:sp>
      <p:sp>
        <p:nvSpPr>
          <p:cNvPr id="44" name="Arrow: Pentagon 43">
            <a:extLst>
              <a:ext uri="{FF2B5EF4-FFF2-40B4-BE49-F238E27FC236}">
                <a16:creationId xmlns:a16="http://schemas.microsoft.com/office/drawing/2014/main" id="{4E0DBF08-ADD1-3309-AA82-D9080A08112E}"/>
              </a:ext>
            </a:extLst>
          </p:cNvPr>
          <p:cNvSpPr/>
          <p:nvPr/>
        </p:nvSpPr>
        <p:spPr>
          <a:xfrm>
            <a:off x="5036820" y="2286000"/>
            <a:ext cx="2057400" cy="1422400"/>
          </a:xfrm>
          <a:prstGeom prst="homePlate">
            <a:avLst/>
          </a:prstGeom>
          <a:solidFill>
            <a:srgbClr val="1E5A7A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2026.06</a:t>
            </a:r>
          </a:p>
          <a:p>
            <a:pPr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국가전략 지정</a:t>
            </a:r>
            <a:endParaRPr lang="en-US"/>
          </a:p>
        </p:txBody>
      </p:sp>
      <p:sp>
        <p:nvSpPr>
          <p:cNvPr id="45" name="Arrow: Pentagon 44">
            <a:extLst>
              <a:ext uri="{FF2B5EF4-FFF2-40B4-BE49-F238E27FC236}">
                <a16:creationId xmlns:a16="http://schemas.microsoft.com/office/drawing/2014/main" id="{C8148CEB-3744-DA34-98C9-9AAA56A414E5}"/>
              </a:ext>
            </a:extLst>
          </p:cNvPr>
          <p:cNvSpPr/>
          <p:nvPr/>
        </p:nvSpPr>
        <p:spPr>
          <a:xfrm>
            <a:off x="7330440" y="2286000"/>
            <a:ext cx="2057400" cy="1422400"/>
          </a:xfrm>
          <a:prstGeom prst="homePlate">
            <a:avLst/>
          </a:prstGeom>
          <a:solidFill>
            <a:srgbClr val="1E5A7A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2026.07</a:t>
            </a:r>
          </a:p>
          <a:p>
            <a:pPr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우선 투자 확대</a:t>
            </a:r>
            <a:endParaRPr lang="en-US"/>
          </a:p>
        </p:txBody>
      </p:sp>
      <p:sp>
        <p:nvSpPr>
          <p:cNvPr id="46" name="Arrow: Pentagon 45">
            <a:extLst>
              <a:ext uri="{FF2B5EF4-FFF2-40B4-BE49-F238E27FC236}">
                <a16:creationId xmlns:a16="http://schemas.microsoft.com/office/drawing/2014/main" id="{CCB3CE05-42A4-C6F0-D657-2238DED0BD17}"/>
              </a:ext>
            </a:extLst>
          </p:cNvPr>
          <p:cNvSpPr/>
          <p:nvPr/>
        </p:nvSpPr>
        <p:spPr>
          <a:xfrm>
            <a:off x="9624060" y="2286000"/>
            <a:ext cx="2110740" cy="1422400"/>
          </a:xfrm>
          <a:prstGeom prst="homePlate">
            <a:avLst/>
          </a:prstGeom>
          <a:solidFill>
            <a:srgbClr val="1E5A7A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2026.09</a:t>
            </a:r>
          </a:p>
          <a:p>
            <a:pPr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예산 3.1조 원</a:t>
            </a:r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3DAFE8A-C0D9-0BE8-621D-EDD1B5A17D74}"/>
              </a:ext>
            </a:extLst>
          </p:cNvPr>
          <p:cNvSpPr/>
          <p:nvPr/>
        </p:nvSpPr>
        <p:spPr>
          <a:xfrm>
            <a:off x="1143000" y="4572000"/>
            <a:ext cx="9906000" cy="609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1E5A7A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준수 관점: 안전인증·AI 신뢰성·운영책임을 실증 설계에 포함</a:t>
            </a:r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ADA4732-5B04-A629-7D50-4D82EB71CCF7}"/>
              </a:ext>
            </a:extLst>
          </p:cNvPr>
          <p:cNvSpPr/>
          <p:nvPr/>
        </p:nvSpPr>
        <p:spPr>
          <a:xfrm>
            <a:off x="457200" y="6030000"/>
            <a:ext cx="1127760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1A2B3C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출처: 산업통상자원부 고시·국가법령정보센터·정책 발표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680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CBAB5895-1B34-FD9F-8C29-77A930CF890D}"/>
              </a:ext>
            </a:extLst>
          </p:cNvPr>
          <p:cNvSpPr/>
          <p:nvPr/>
        </p:nvSpPr>
        <p:spPr>
          <a:xfrm>
            <a:off x="457200" y="457200"/>
            <a:ext cx="11277600" cy="609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1A2B3C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기술 우위는 AI 모델이 아니라 물리 데이터와 현장 통합까지의 속도다</a:t>
            </a:r>
            <a:endParaRPr lang="en-US"/>
          </a:p>
        </p:txBody>
      </p:sp>
      <p:sp>
        <p:nvSpPr>
          <p:cNvPr id="50" name="Arrow: Pentagon 49">
            <a:extLst>
              <a:ext uri="{FF2B5EF4-FFF2-40B4-BE49-F238E27FC236}">
                <a16:creationId xmlns:a16="http://schemas.microsoft.com/office/drawing/2014/main" id="{2356CBF4-4378-0002-EA93-2AB035F910C6}"/>
              </a:ext>
            </a:extLst>
          </p:cNvPr>
          <p:cNvSpPr/>
          <p:nvPr/>
        </p:nvSpPr>
        <p:spPr>
          <a:xfrm>
            <a:off x="457200" y="1600200"/>
            <a:ext cx="3430000" cy="1143000"/>
          </a:xfrm>
          <a:prstGeom prst="homePlate">
            <a:avLst/>
          </a:prstGeom>
          <a:solidFill>
            <a:srgbClr val="1E5A7A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RFM</a:t>
            </a:r>
          </a:p>
          <a:p>
            <a:pPr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로봇 공용 모델</a:t>
            </a:r>
            <a:endParaRPr lang="en-US"/>
          </a:p>
        </p:txBody>
      </p:sp>
      <p:sp>
        <p:nvSpPr>
          <p:cNvPr id="51" name="Arrow: Pentagon 50">
            <a:extLst>
              <a:ext uri="{FF2B5EF4-FFF2-40B4-BE49-F238E27FC236}">
                <a16:creationId xmlns:a16="http://schemas.microsoft.com/office/drawing/2014/main" id="{61FE55F3-CBA7-3BD0-B302-4B2D6B5BCD5F}"/>
              </a:ext>
            </a:extLst>
          </p:cNvPr>
          <p:cNvSpPr/>
          <p:nvPr/>
        </p:nvSpPr>
        <p:spPr>
          <a:xfrm>
            <a:off x="4465320" y="1600200"/>
            <a:ext cx="3430000" cy="1143000"/>
          </a:xfrm>
          <a:prstGeom prst="homePlate">
            <a:avLst/>
          </a:prstGeom>
          <a:solidFill>
            <a:srgbClr val="1E5A7A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월드모델</a:t>
            </a:r>
          </a:p>
          <a:p>
            <a:pPr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sim-to-real</a:t>
            </a:r>
            <a:endParaRPr lang="en-US"/>
          </a:p>
        </p:txBody>
      </p:sp>
      <p:sp>
        <p:nvSpPr>
          <p:cNvPr id="52" name="Arrow: Pentagon 51">
            <a:extLst>
              <a:ext uri="{FF2B5EF4-FFF2-40B4-BE49-F238E27FC236}">
                <a16:creationId xmlns:a16="http://schemas.microsoft.com/office/drawing/2014/main" id="{543DB3A8-09F0-E2F4-21C0-DE98E4A91A40}"/>
              </a:ext>
            </a:extLst>
          </p:cNvPr>
          <p:cNvSpPr/>
          <p:nvPr/>
        </p:nvSpPr>
        <p:spPr>
          <a:xfrm>
            <a:off x="8473440" y="1600200"/>
            <a:ext cx="3261360" cy="1143000"/>
          </a:xfrm>
          <a:prstGeom prst="homePlate">
            <a:avLst/>
          </a:prstGeom>
          <a:solidFill>
            <a:srgbClr val="1E5A7A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VLA</a:t>
            </a:r>
          </a:p>
          <a:p>
            <a:pPr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지시·인지·행동</a:t>
            </a:r>
            <a:endParaRPr lang="en-US"/>
          </a:p>
        </p:txBody>
      </p:sp>
      <p:sp>
        <p:nvSpPr>
          <p:cNvPr id="53" name="Arrow: Pentagon 52">
            <a:extLst>
              <a:ext uri="{FF2B5EF4-FFF2-40B4-BE49-F238E27FC236}">
                <a16:creationId xmlns:a16="http://schemas.microsoft.com/office/drawing/2014/main" id="{66ECB1C3-10C4-D632-2BD2-65EAA064744C}"/>
              </a:ext>
            </a:extLst>
          </p:cNvPr>
          <p:cNvSpPr/>
          <p:nvPr/>
        </p:nvSpPr>
        <p:spPr>
          <a:xfrm>
            <a:off x="2171700" y="3429000"/>
            <a:ext cx="3430000" cy="1143000"/>
          </a:xfrm>
          <a:prstGeom prst="homePlate">
            <a:avLst/>
          </a:prstGeom>
          <a:solidFill>
            <a:srgbClr val="1E5A7A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온디바이스 AI·배터리</a:t>
            </a:r>
          </a:p>
          <a:p>
            <a:pPr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지연·전력·연속가동</a:t>
            </a:r>
            <a:endParaRPr lang="en-US"/>
          </a:p>
        </p:txBody>
      </p:sp>
      <p:sp>
        <p:nvSpPr>
          <p:cNvPr id="54" name="Arrow: Pentagon 53">
            <a:extLst>
              <a:ext uri="{FF2B5EF4-FFF2-40B4-BE49-F238E27FC236}">
                <a16:creationId xmlns:a16="http://schemas.microsoft.com/office/drawing/2014/main" id="{60927AE4-395A-8FBD-0880-164DA98AB5C5}"/>
              </a:ext>
            </a:extLst>
          </p:cNvPr>
          <p:cNvSpPr/>
          <p:nvPr/>
        </p:nvSpPr>
        <p:spPr>
          <a:xfrm>
            <a:off x="6758940" y="3429000"/>
            <a:ext cx="3430000" cy="1143000"/>
          </a:xfrm>
          <a:prstGeom prst="homePlate">
            <a:avLst/>
          </a:prstGeom>
          <a:solidFill>
            <a:srgbClr val="1E5A7A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촉각·손·액추에이터</a:t>
            </a:r>
          </a:p>
          <a:p>
            <a:pPr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정교조작·내구성</a:t>
            </a:r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A1FE59E-0CAF-93A9-34F7-006354E2CDF2}"/>
              </a:ext>
            </a:extLst>
          </p:cNvPr>
          <p:cNvSpPr/>
          <p:nvPr/>
        </p:nvSpPr>
        <p:spPr>
          <a:xfrm>
            <a:off x="457200" y="5303520"/>
            <a:ext cx="11277600" cy="396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1E5A7A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투자 우선순위: 데이터 생성 → 검증 → 실제 작업의 반복성</a:t>
            </a:r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D0B0530-91FE-5A79-70CD-38CD0593AB17}"/>
              </a:ext>
            </a:extLst>
          </p:cNvPr>
          <p:cNvSpPr/>
          <p:nvPr/>
        </p:nvSpPr>
        <p:spPr>
          <a:xfrm>
            <a:off x="457200" y="6030000"/>
            <a:ext cx="1127760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1A2B3C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출처: 산업통상자원부, 서울신문, 전자신문, 외부 심층조사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683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C61FC74D-0788-B21F-C5F3-BBD84D75B307}"/>
              </a:ext>
            </a:extLst>
          </p:cNvPr>
          <p:cNvSpPr/>
          <p:nvPr/>
        </p:nvSpPr>
        <p:spPr>
          <a:xfrm>
            <a:off x="457200" y="457200"/>
            <a:ext cx="11277600" cy="609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1A2B3C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사내 인식은 외부 전환 속도보다 좁다</a:t>
            </a:r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9001B45-E19C-27EB-B3AA-EBC4443F8A95}"/>
              </a:ext>
            </a:extLst>
          </p:cNvPr>
          <p:cNvSpPr/>
          <p:nvPr/>
        </p:nvSpPr>
        <p:spPr>
          <a:xfrm>
            <a:off x="457200" y="1600200"/>
            <a:ext cx="4800600" cy="3200400"/>
          </a:xfrm>
          <a:prstGeom prst="rect">
            <a:avLst/>
          </a:prstGeom>
          <a:solidFill>
            <a:srgbClr val="1E5A7A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800" b="1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외부 시각</a:t>
            </a:r>
          </a:p>
          <a:p>
            <a:pPr>
              <a:buNone/>
            </a:pPr>
            <a:r>
              <a:rPr lang="en-US" sz="1800" b="1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국가전략·자금·RFM·데이터</a:t>
            </a:r>
          </a:p>
          <a:p>
            <a:pPr>
              <a:buNone/>
            </a:pPr>
            <a:r>
              <a:rPr lang="en-US" sz="1800" b="1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안전인증·현장 통합</a:t>
            </a:r>
            <a:endParaRPr lang="en-US"/>
          </a:p>
        </p:txBody>
      </p:sp>
      <p:sp>
        <p:nvSpPr>
          <p:cNvPr id="59" name="Arrow: Right 58">
            <a:extLst>
              <a:ext uri="{FF2B5EF4-FFF2-40B4-BE49-F238E27FC236}">
                <a16:creationId xmlns:a16="http://schemas.microsoft.com/office/drawing/2014/main" id="{EAE489D8-D907-8DF3-2CE7-127F7FA0A828}"/>
              </a:ext>
            </a:extLst>
          </p:cNvPr>
          <p:cNvSpPr/>
          <p:nvPr/>
        </p:nvSpPr>
        <p:spPr>
          <a:xfrm>
            <a:off x="5486400" y="2743200"/>
            <a:ext cx="1143000" cy="609600"/>
          </a:xfrm>
          <a:prstGeom prst="rightArrow">
            <a:avLst/>
          </a:prstGeom>
          <a:solidFill>
            <a:srgbClr val="21B6C7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BC0B5E2-7452-313C-3746-834D365E3028}"/>
              </a:ext>
            </a:extLst>
          </p:cNvPr>
          <p:cNvSpPr/>
          <p:nvPr/>
        </p:nvSpPr>
        <p:spPr>
          <a:xfrm>
            <a:off x="6860000" y="1600200"/>
            <a:ext cx="4874800" cy="3200400"/>
          </a:xfrm>
          <a:prstGeom prst="rect">
            <a:avLst/>
          </a:prstGeom>
          <a:solidFill>
            <a:srgbClr val="1E5A7A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800" b="1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사내 자료</a:t>
            </a:r>
          </a:p>
          <a:p>
            <a:pPr>
              <a:buNone/>
            </a:pPr>
            <a:r>
              <a:rPr lang="en-US" sz="1800" b="1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스마트 섬유·센서·데이터</a:t>
            </a:r>
          </a:p>
          <a:p>
            <a:pPr>
              <a:buNone/>
            </a:pPr>
            <a:r>
              <a:rPr lang="en-US" sz="1800" b="1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로봇 시장·영업 추적 미확인</a:t>
            </a:r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E2051DD-8D10-25D0-304D-7CD8399FF7AB}"/>
              </a:ext>
            </a:extLst>
          </p:cNvPr>
          <p:cNvSpPr/>
          <p:nvPr/>
        </p:nvSpPr>
        <p:spPr>
          <a:xfrm>
            <a:off x="1143000" y="5257800"/>
            <a:ext cx="99060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1E5A7A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핵심 갭: 인접 역량을 시장·고객·수익모델로 연결하는 검증체계</a:t>
            </a:r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833C843-3F86-3D92-8874-4BC8EED1C2AB}"/>
              </a:ext>
            </a:extLst>
          </p:cNvPr>
          <p:cNvSpPr/>
          <p:nvPr/>
        </p:nvSpPr>
        <p:spPr>
          <a:xfrm>
            <a:off x="457200" y="6030000"/>
            <a:ext cx="1127760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1A2B3C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출처: 연간 매출 보고서, 우리 회사 연구개발 지출 분석, 외부 심층조사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316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7A2392BD-C219-607F-2B19-E8EC0AD20E61}"/>
              </a:ext>
            </a:extLst>
          </p:cNvPr>
          <p:cNvSpPr/>
          <p:nvPr/>
        </p:nvSpPr>
        <p:spPr>
          <a:xfrm>
            <a:off x="914400" y="914400"/>
            <a:ext cx="10363200" cy="762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rgbClr val="000000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권고: 진입 결정보다 ‘검증 가능한 인접 기회’를 먼저 만든다</a:t>
            </a:r>
            <a:endParaRPr lang="en-US"/>
          </a:p>
        </p:txBody>
      </p:sp>
      <p:sp>
        <p:nvSpPr>
          <p:cNvPr id="64" name="Arrow: Chevron 63">
            <a:extLst>
              <a:ext uri="{FF2B5EF4-FFF2-40B4-BE49-F238E27FC236}">
                <a16:creationId xmlns:a16="http://schemas.microsoft.com/office/drawing/2014/main" id="{085FD194-8481-5E5E-2D95-796BCFD62BA1}"/>
              </a:ext>
            </a:extLst>
          </p:cNvPr>
          <p:cNvSpPr/>
          <p:nvPr/>
        </p:nvSpPr>
        <p:spPr>
          <a:xfrm>
            <a:off x="685800" y="2514600"/>
            <a:ext cx="3430000" cy="1422400"/>
          </a:xfrm>
          <a:prstGeom prst="chevron">
            <a:avLst/>
          </a:prstGeom>
          <a:solidFill>
            <a:srgbClr val="1E5A7A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800" b="1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1. 30일</a:t>
            </a:r>
          </a:p>
          <a:p>
            <a:pPr>
              <a:buNone/>
            </a:pPr>
            <a:r>
              <a:rPr lang="en-US" sz="1800" b="1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시장·정책 관제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5" name="Arrow: Chevron 64">
            <a:extLst>
              <a:ext uri="{FF2B5EF4-FFF2-40B4-BE49-F238E27FC236}">
                <a16:creationId xmlns:a16="http://schemas.microsoft.com/office/drawing/2014/main" id="{3180F121-196C-AC97-7138-122D80EA233F}"/>
              </a:ext>
            </a:extLst>
          </p:cNvPr>
          <p:cNvSpPr/>
          <p:nvPr/>
        </p:nvSpPr>
        <p:spPr>
          <a:xfrm>
            <a:off x="4236720" y="2514600"/>
            <a:ext cx="3430000" cy="1422400"/>
          </a:xfrm>
          <a:prstGeom prst="chevron">
            <a:avLst/>
          </a:prstGeom>
          <a:solidFill>
            <a:srgbClr val="1E5A7A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800" b="1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2. 60일</a:t>
            </a:r>
          </a:p>
          <a:p>
            <a:pPr>
              <a:buNone/>
            </a:pPr>
            <a:r>
              <a:rPr lang="en-US" sz="1800" b="1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고객 문제 검증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6" name="Arrow: Chevron 65">
            <a:extLst>
              <a:ext uri="{FF2B5EF4-FFF2-40B4-BE49-F238E27FC236}">
                <a16:creationId xmlns:a16="http://schemas.microsoft.com/office/drawing/2014/main" id="{39B58D1D-577D-5711-44EC-E42C1317B4B0}"/>
              </a:ext>
            </a:extLst>
          </p:cNvPr>
          <p:cNvSpPr/>
          <p:nvPr/>
        </p:nvSpPr>
        <p:spPr>
          <a:xfrm>
            <a:off x="7787640" y="2514600"/>
            <a:ext cx="3430000" cy="1422400"/>
          </a:xfrm>
          <a:prstGeom prst="chevron">
            <a:avLst/>
          </a:prstGeom>
          <a:solidFill>
            <a:srgbClr val="1E5A7A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800" b="1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3. 90일</a:t>
            </a:r>
          </a:p>
          <a:p>
            <a:pPr>
              <a:buNone/>
            </a:pPr>
            <a:r>
              <a:rPr lang="en-US" sz="1800" b="1">
                <a:solidFill>
                  <a:srgbClr val="FFFFF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파트너 실증 설계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515282E-2B0B-EA4F-71F6-C2C2BB66D91F}"/>
              </a:ext>
            </a:extLst>
          </p:cNvPr>
          <p:cNvSpPr/>
          <p:nvPr/>
        </p:nvSpPr>
        <p:spPr>
          <a:xfrm>
            <a:off x="1143000" y="4709160"/>
            <a:ext cx="9906000" cy="5486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18828F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성공 기준: 고객 가치, 안전·준수, 데이터 확보, 반복 가능한 수익모델</a:t>
            </a:r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965300C-A4D5-1CEE-F480-DA16DE4CF0A0}"/>
              </a:ext>
            </a:extLst>
          </p:cNvPr>
          <p:cNvSpPr/>
          <p:nvPr/>
        </p:nvSpPr>
        <p:spPr>
          <a:xfrm>
            <a:off x="914400" y="6030000"/>
            <a:ext cx="1036320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000000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세부 근거와 출처는 심층 분석 보고서 참조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26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Copilot User</dc:creator>
  <cp:keywords/>
  <dc:description/>
  <cp:lastModifiedBy>Copilot User</cp:lastModifiedBy>
  <cp:revision>15</cp:revision>
  <dcterms:created xsi:type="dcterms:W3CDTF">2026-09-02T01:44:57Z</dcterms:created>
  <dcterms:modified xsi:type="dcterms:W3CDTF">2026-09-02T01:55:57Z</dcterms:modified>
  <cp:category/>
</cp:coreProperties>
</file>